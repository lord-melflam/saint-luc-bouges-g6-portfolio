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31"/>
  </p:notesMasterIdLst>
  <p:sldIdLst>
    <p:sldId id="256" r:id="rId5"/>
    <p:sldId id="257" r:id="rId6"/>
    <p:sldId id="258" r:id="rId7"/>
    <p:sldId id="259" r:id="rId8"/>
    <p:sldId id="260" r:id="rId9"/>
    <p:sldId id="261" r:id="rId10"/>
    <p:sldId id="262" r:id="rId11"/>
    <p:sldId id="286" r:id="rId12"/>
    <p:sldId id="287" r:id="rId13"/>
    <p:sldId id="265" r:id="rId14"/>
    <p:sldId id="266" r:id="rId15"/>
    <p:sldId id="278" r:id="rId16"/>
    <p:sldId id="279" r:id="rId17"/>
    <p:sldId id="280" r:id="rId18"/>
    <p:sldId id="281" r:id="rId19"/>
    <p:sldId id="283" r:id="rId20"/>
    <p:sldId id="282" r:id="rId21"/>
    <p:sldId id="270" r:id="rId22"/>
    <p:sldId id="271" r:id="rId23"/>
    <p:sldId id="285" r:id="rId24"/>
    <p:sldId id="272" r:id="rId25"/>
    <p:sldId id="276" r:id="rId26"/>
    <p:sldId id="277" r:id="rId27"/>
    <p:sldId id="275" r:id="rId28"/>
    <p:sldId id="273" r:id="rId29"/>
    <p:sldId id="274"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3355C2-BD10-B563-BD12-A2854685A213}" v="57" dt="2026-05-12T09:37:00.698"/>
    <p1510:client id="{57DE1D44-2D85-41F1-C564-F12E159D6D09}" v="261" dt="2026-05-12T09:23:34.762"/>
    <p1510:client id="{6A636358-54BC-F5E0-CC00-9157C7BC5099}" v="107" dt="2026-05-12T10:05:59.764"/>
    <p1510:client id="{802CF795-5F86-3121-9BA4-DCCF01706F26}" v="50" dt="2026-05-12T09:58:08.094"/>
    <p1510:client id="{9A6A290A-7A30-9E82-AB91-D18FE437B954}" v="13" dt="2026-05-12T09:53:08.322"/>
    <p1510:client id="{9CC3D924-CD71-A335-CA38-83839D39355F}" v="7" dt="2026-05-12T09:52:38.266"/>
    <p1510:client id="{B188FF3C-E68C-0DF7-7F42-DA9B1793F9FD}" v="11" dt="2026-05-12T07:47:22.837"/>
    <p1510:client id="{B91F4207-E568-4F6B-1F82-98142E254320}" v="162" dt="2026-05-12T07:30:33.080"/>
    <p1510:client id="{C95D75FB-67AE-93FF-9ED3-4ACF9E331682}" v="131" dt="2026-05-11T21:45:45.828"/>
    <p1510:client id="{E3200282-E327-E899-64C6-8299616F16F3}" v="4" dt="2026-05-12T09:57:30.274"/>
    <p1510:client id="{E51F75A1-4A1D-4375-BC2D-1BCD4A887F24}" v="661" dt="2026-05-12T09:54:03.8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ata3.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svg"/><Relationship Id="rId1" Type="http://schemas.openxmlformats.org/officeDocument/2006/relationships/image" Target="../media/image23.svg"/><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diagrams/_rels/data4.xml.rels><?xml version="1.0" encoding="UTF-8" standalone="yes"?>
<Relationships xmlns="http://schemas.openxmlformats.org/package/2006/relationships"><Relationship Id="rId1" Type="http://schemas.openxmlformats.org/officeDocument/2006/relationships/hyperlink" Target="https://lord-melflam.github.io/saint-luc-bouges-g6-upstream-prototypes/" TargetMode="External"/></Relationships>
</file>

<file path=ppt/diagrams/_rels/data6.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svg"/><Relationship Id="rId1" Type="http://schemas.openxmlformats.org/officeDocument/2006/relationships/image" Target="../media/image23.svg"/><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diagrams/_rels/drawing4.xml.rels><?xml version="1.0" encoding="UTF-8" standalone="yes"?>
<Relationships xmlns="http://schemas.openxmlformats.org/package/2006/relationships"><Relationship Id="rId1" Type="http://schemas.openxmlformats.org/officeDocument/2006/relationships/hyperlink" Target="https://lord-melflam.github.io/saint-luc-bouges-g6-upstream-prototypes/" TargetMode="External"/></Relationships>
</file>

<file path=ppt/diagrams/_rels/drawing6.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55F3BE-0433-4067-A3A9-9C3591AD5253}"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D6357AFE-A892-4954-8DAB-0978CA9B67BF}">
      <dgm:prSet/>
      <dgm:spPr/>
      <dgm:t>
        <a:bodyPr/>
        <a:lstStyle/>
        <a:p>
          <a:pPr>
            <a:lnSpc>
              <a:spcPct val="100000"/>
            </a:lnSpc>
          </a:pPr>
          <a:r>
            <a:rPr lang="en-GB"/>
            <a:t>Identifying stakeholders</a:t>
          </a:r>
          <a:endParaRPr lang="en-US"/>
        </a:p>
      </dgm:t>
    </dgm:pt>
    <dgm:pt modelId="{9D5D8A5D-8DB2-4A39-ABF1-88C86088FD4D}" type="parTrans" cxnId="{A405B2F8-7685-44AD-9CEE-A897ACE315B1}">
      <dgm:prSet/>
      <dgm:spPr/>
      <dgm:t>
        <a:bodyPr/>
        <a:lstStyle/>
        <a:p>
          <a:endParaRPr lang="en-US"/>
        </a:p>
      </dgm:t>
    </dgm:pt>
    <dgm:pt modelId="{D1B85454-8DA5-4FBC-A483-F2B51DD239EA}" type="sibTrans" cxnId="{A405B2F8-7685-44AD-9CEE-A897ACE315B1}">
      <dgm:prSet/>
      <dgm:spPr/>
      <dgm:t>
        <a:bodyPr/>
        <a:lstStyle/>
        <a:p>
          <a:endParaRPr lang="en-US"/>
        </a:p>
      </dgm:t>
    </dgm:pt>
    <dgm:pt modelId="{DB131009-6AFA-4A9B-AB0F-E80C1CFF6626}">
      <dgm:prSet/>
      <dgm:spPr/>
      <dgm:t>
        <a:bodyPr/>
        <a:lstStyle/>
        <a:p>
          <a:pPr>
            <a:lnSpc>
              <a:spcPct val="100000"/>
            </a:lnSpc>
          </a:pPr>
          <a:r>
            <a:rPr lang="en-GB"/>
            <a:t>Empathy map</a:t>
          </a:r>
          <a:endParaRPr lang="en-US"/>
        </a:p>
      </dgm:t>
    </dgm:pt>
    <dgm:pt modelId="{D7D6A3C6-9B39-4AFC-8F5C-AB8AF93FF919}" type="parTrans" cxnId="{843CC643-0CF9-48AF-9863-4D237F20B6C1}">
      <dgm:prSet/>
      <dgm:spPr/>
      <dgm:t>
        <a:bodyPr/>
        <a:lstStyle/>
        <a:p>
          <a:endParaRPr lang="en-US"/>
        </a:p>
      </dgm:t>
    </dgm:pt>
    <dgm:pt modelId="{63ACCB8B-23EA-47AB-AA88-E06001020E36}" type="sibTrans" cxnId="{843CC643-0CF9-48AF-9863-4D237F20B6C1}">
      <dgm:prSet/>
      <dgm:spPr/>
      <dgm:t>
        <a:bodyPr/>
        <a:lstStyle/>
        <a:p>
          <a:endParaRPr lang="en-US"/>
        </a:p>
      </dgm:t>
    </dgm:pt>
    <dgm:pt modelId="{FD0703F5-F042-41D2-8A16-812B0CD168D6}">
      <dgm:prSet/>
      <dgm:spPr/>
      <dgm:t>
        <a:bodyPr/>
        <a:lstStyle/>
        <a:p>
          <a:pPr>
            <a:lnSpc>
              <a:spcPct val="100000"/>
            </a:lnSpc>
          </a:pPr>
          <a:r>
            <a:rPr lang="en-GB"/>
            <a:t>Hospital visit and staff interview</a:t>
          </a:r>
          <a:endParaRPr lang="en-US"/>
        </a:p>
      </dgm:t>
    </dgm:pt>
    <dgm:pt modelId="{3EE50762-8A0C-44A4-9584-DE3D5805E866}" type="parTrans" cxnId="{D03F09F4-83A6-4E26-A610-84B4354978AD}">
      <dgm:prSet/>
      <dgm:spPr/>
      <dgm:t>
        <a:bodyPr/>
        <a:lstStyle/>
        <a:p>
          <a:endParaRPr lang="en-US"/>
        </a:p>
      </dgm:t>
    </dgm:pt>
    <dgm:pt modelId="{CFEEC8F5-E41C-42C0-A019-BB4944B343A6}" type="sibTrans" cxnId="{D03F09F4-83A6-4E26-A610-84B4354978AD}">
      <dgm:prSet/>
      <dgm:spPr/>
      <dgm:t>
        <a:bodyPr/>
        <a:lstStyle/>
        <a:p>
          <a:endParaRPr lang="en-US"/>
        </a:p>
      </dgm:t>
    </dgm:pt>
    <dgm:pt modelId="{55B12B65-572F-4286-863E-FF4869DD74D5}" type="pres">
      <dgm:prSet presAssocID="{1355F3BE-0433-4067-A3A9-9C3591AD5253}" presName="root" presStyleCnt="0">
        <dgm:presLayoutVars>
          <dgm:dir/>
          <dgm:resizeHandles val="exact"/>
        </dgm:presLayoutVars>
      </dgm:prSet>
      <dgm:spPr/>
    </dgm:pt>
    <dgm:pt modelId="{B268072B-DF3A-4C18-BB74-C085245353A6}" type="pres">
      <dgm:prSet presAssocID="{D6357AFE-A892-4954-8DAB-0978CA9B67BF}" presName="compNode" presStyleCnt="0"/>
      <dgm:spPr/>
    </dgm:pt>
    <dgm:pt modelId="{37FB4C2D-4B3D-42B1-B325-7A7689DB4E24}" type="pres">
      <dgm:prSet presAssocID="{D6357AFE-A892-4954-8DAB-0978CA9B67B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A7E5FA70-01AD-4459-B230-EA3A411CFE26}" type="pres">
      <dgm:prSet presAssocID="{D6357AFE-A892-4954-8DAB-0978CA9B67BF}" presName="spaceRect" presStyleCnt="0"/>
      <dgm:spPr/>
    </dgm:pt>
    <dgm:pt modelId="{FAF2EDB7-B556-4BF3-95D9-0849D3CBA430}" type="pres">
      <dgm:prSet presAssocID="{D6357AFE-A892-4954-8DAB-0978CA9B67BF}" presName="textRect" presStyleLbl="revTx" presStyleIdx="0" presStyleCnt="3">
        <dgm:presLayoutVars>
          <dgm:chMax val="1"/>
          <dgm:chPref val="1"/>
        </dgm:presLayoutVars>
      </dgm:prSet>
      <dgm:spPr/>
    </dgm:pt>
    <dgm:pt modelId="{835391D6-324D-4DE4-ADBE-88ADA2364D55}" type="pres">
      <dgm:prSet presAssocID="{D1B85454-8DA5-4FBC-A483-F2B51DD239EA}" presName="sibTrans" presStyleCnt="0"/>
      <dgm:spPr/>
    </dgm:pt>
    <dgm:pt modelId="{199BAE67-17FA-4B3A-BD3D-95DD036F8434}" type="pres">
      <dgm:prSet presAssocID="{DB131009-6AFA-4A9B-AB0F-E80C1CFF6626}" presName="compNode" presStyleCnt="0"/>
      <dgm:spPr/>
    </dgm:pt>
    <dgm:pt modelId="{09462FFB-1566-4AD2-B132-D4E00DAB46C9}" type="pres">
      <dgm:prSet presAssocID="{DB131009-6AFA-4A9B-AB0F-E80C1CFF662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rt"/>
        </a:ext>
      </dgm:extLst>
    </dgm:pt>
    <dgm:pt modelId="{40036F35-DB49-4490-BEEE-7DB0B69E63AC}" type="pres">
      <dgm:prSet presAssocID="{DB131009-6AFA-4A9B-AB0F-E80C1CFF6626}" presName="spaceRect" presStyleCnt="0"/>
      <dgm:spPr/>
    </dgm:pt>
    <dgm:pt modelId="{30B32FE6-568B-4C50-847C-469D464F8CEB}" type="pres">
      <dgm:prSet presAssocID="{DB131009-6AFA-4A9B-AB0F-E80C1CFF6626}" presName="textRect" presStyleLbl="revTx" presStyleIdx="1" presStyleCnt="3">
        <dgm:presLayoutVars>
          <dgm:chMax val="1"/>
          <dgm:chPref val="1"/>
        </dgm:presLayoutVars>
      </dgm:prSet>
      <dgm:spPr/>
    </dgm:pt>
    <dgm:pt modelId="{F4B3630E-4829-4A1C-8ACC-2E645993C965}" type="pres">
      <dgm:prSet presAssocID="{63ACCB8B-23EA-47AB-AA88-E06001020E36}" presName="sibTrans" presStyleCnt="0"/>
      <dgm:spPr/>
    </dgm:pt>
    <dgm:pt modelId="{6F8B87AD-7CDB-48ED-8FFF-CCA925BF0A06}" type="pres">
      <dgm:prSet presAssocID="{FD0703F5-F042-41D2-8A16-812B0CD168D6}" presName="compNode" presStyleCnt="0"/>
      <dgm:spPr/>
    </dgm:pt>
    <dgm:pt modelId="{02A7BA3F-AFCC-467E-A404-719B569A6A52}" type="pres">
      <dgm:prSet presAssocID="{FD0703F5-F042-41D2-8A16-812B0CD168D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ethoscope"/>
        </a:ext>
      </dgm:extLst>
    </dgm:pt>
    <dgm:pt modelId="{AC101531-08E4-49E6-B2C5-AA2B38C64DC1}" type="pres">
      <dgm:prSet presAssocID="{FD0703F5-F042-41D2-8A16-812B0CD168D6}" presName="spaceRect" presStyleCnt="0"/>
      <dgm:spPr/>
    </dgm:pt>
    <dgm:pt modelId="{0F544EEB-E0C0-4216-B387-F76D25746F58}" type="pres">
      <dgm:prSet presAssocID="{FD0703F5-F042-41D2-8A16-812B0CD168D6}" presName="textRect" presStyleLbl="revTx" presStyleIdx="2" presStyleCnt="3">
        <dgm:presLayoutVars>
          <dgm:chMax val="1"/>
          <dgm:chPref val="1"/>
        </dgm:presLayoutVars>
      </dgm:prSet>
      <dgm:spPr/>
    </dgm:pt>
  </dgm:ptLst>
  <dgm:cxnLst>
    <dgm:cxn modelId="{843CC643-0CF9-48AF-9863-4D237F20B6C1}" srcId="{1355F3BE-0433-4067-A3A9-9C3591AD5253}" destId="{DB131009-6AFA-4A9B-AB0F-E80C1CFF6626}" srcOrd="1" destOrd="0" parTransId="{D7D6A3C6-9B39-4AFC-8F5C-AB8AF93FF919}" sibTransId="{63ACCB8B-23EA-47AB-AA88-E06001020E36}"/>
    <dgm:cxn modelId="{1887C787-0957-4122-8275-1CA5C69E834B}" type="presOf" srcId="{D6357AFE-A892-4954-8DAB-0978CA9B67BF}" destId="{FAF2EDB7-B556-4BF3-95D9-0849D3CBA430}" srcOrd="0" destOrd="0" presId="urn:microsoft.com/office/officeart/2018/2/layout/IconLabelList"/>
    <dgm:cxn modelId="{CE0DD3A0-76CE-4397-9E1E-FF59FC75EA97}" type="presOf" srcId="{FD0703F5-F042-41D2-8A16-812B0CD168D6}" destId="{0F544EEB-E0C0-4216-B387-F76D25746F58}" srcOrd="0" destOrd="0" presId="urn:microsoft.com/office/officeart/2018/2/layout/IconLabelList"/>
    <dgm:cxn modelId="{E72294A4-13AF-4504-8141-45F56AF164DB}" type="presOf" srcId="{1355F3BE-0433-4067-A3A9-9C3591AD5253}" destId="{55B12B65-572F-4286-863E-FF4869DD74D5}" srcOrd="0" destOrd="0" presId="urn:microsoft.com/office/officeart/2018/2/layout/IconLabelList"/>
    <dgm:cxn modelId="{828229DB-0D2F-4E03-9B03-942D43A06F9B}" type="presOf" srcId="{DB131009-6AFA-4A9B-AB0F-E80C1CFF6626}" destId="{30B32FE6-568B-4C50-847C-469D464F8CEB}" srcOrd="0" destOrd="0" presId="urn:microsoft.com/office/officeart/2018/2/layout/IconLabelList"/>
    <dgm:cxn modelId="{D03F09F4-83A6-4E26-A610-84B4354978AD}" srcId="{1355F3BE-0433-4067-A3A9-9C3591AD5253}" destId="{FD0703F5-F042-41D2-8A16-812B0CD168D6}" srcOrd="2" destOrd="0" parTransId="{3EE50762-8A0C-44A4-9584-DE3D5805E866}" sibTransId="{CFEEC8F5-E41C-42C0-A019-BB4944B343A6}"/>
    <dgm:cxn modelId="{A405B2F8-7685-44AD-9CEE-A897ACE315B1}" srcId="{1355F3BE-0433-4067-A3A9-9C3591AD5253}" destId="{D6357AFE-A892-4954-8DAB-0978CA9B67BF}" srcOrd="0" destOrd="0" parTransId="{9D5D8A5D-8DB2-4A39-ABF1-88C86088FD4D}" sibTransId="{D1B85454-8DA5-4FBC-A483-F2B51DD239EA}"/>
    <dgm:cxn modelId="{DC16DCA6-1FB0-4DD5-B31D-A77041F4FDC4}" type="presParOf" srcId="{55B12B65-572F-4286-863E-FF4869DD74D5}" destId="{B268072B-DF3A-4C18-BB74-C085245353A6}" srcOrd="0" destOrd="0" presId="urn:microsoft.com/office/officeart/2018/2/layout/IconLabelList"/>
    <dgm:cxn modelId="{A5630F43-C789-49C7-8C3B-EDAAA81DE442}" type="presParOf" srcId="{B268072B-DF3A-4C18-BB74-C085245353A6}" destId="{37FB4C2D-4B3D-42B1-B325-7A7689DB4E24}" srcOrd="0" destOrd="0" presId="urn:microsoft.com/office/officeart/2018/2/layout/IconLabelList"/>
    <dgm:cxn modelId="{CCC82270-C1A5-4FB3-9CA5-D0C204831F3A}" type="presParOf" srcId="{B268072B-DF3A-4C18-BB74-C085245353A6}" destId="{A7E5FA70-01AD-4459-B230-EA3A411CFE26}" srcOrd="1" destOrd="0" presId="urn:microsoft.com/office/officeart/2018/2/layout/IconLabelList"/>
    <dgm:cxn modelId="{AC27B737-057C-48F4-8CC2-C5FBFAC9BB01}" type="presParOf" srcId="{B268072B-DF3A-4C18-BB74-C085245353A6}" destId="{FAF2EDB7-B556-4BF3-95D9-0849D3CBA430}" srcOrd="2" destOrd="0" presId="urn:microsoft.com/office/officeart/2018/2/layout/IconLabelList"/>
    <dgm:cxn modelId="{D4E0611B-66FA-498E-8587-515D755D16A4}" type="presParOf" srcId="{55B12B65-572F-4286-863E-FF4869DD74D5}" destId="{835391D6-324D-4DE4-ADBE-88ADA2364D55}" srcOrd="1" destOrd="0" presId="urn:microsoft.com/office/officeart/2018/2/layout/IconLabelList"/>
    <dgm:cxn modelId="{A024BB6C-EE46-4F08-833F-1045AB130008}" type="presParOf" srcId="{55B12B65-572F-4286-863E-FF4869DD74D5}" destId="{199BAE67-17FA-4B3A-BD3D-95DD036F8434}" srcOrd="2" destOrd="0" presId="urn:microsoft.com/office/officeart/2018/2/layout/IconLabelList"/>
    <dgm:cxn modelId="{D29FDDF1-97A9-4C37-9327-0DBBB66A13CC}" type="presParOf" srcId="{199BAE67-17FA-4B3A-BD3D-95DD036F8434}" destId="{09462FFB-1566-4AD2-B132-D4E00DAB46C9}" srcOrd="0" destOrd="0" presId="urn:microsoft.com/office/officeart/2018/2/layout/IconLabelList"/>
    <dgm:cxn modelId="{6B2A56FF-4595-473C-879D-DF21C3806DD7}" type="presParOf" srcId="{199BAE67-17FA-4B3A-BD3D-95DD036F8434}" destId="{40036F35-DB49-4490-BEEE-7DB0B69E63AC}" srcOrd="1" destOrd="0" presId="urn:microsoft.com/office/officeart/2018/2/layout/IconLabelList"/>
    <dgm:cxn modelId="{8589A54C-063E-401A-BE2E-E69A8E7008F0}" type="presParOf" srcId="{199BAE67-17FA-4B3A-BD3D-95DD036F8434}" destId="{30B32FE6-568B-4C50-847C-469D464F8CEB}" srcOrd="2" destOrd="0" presId="urn:microsoft.com/office/officeart/2018/2/layout/IconLabelList"/>
    <dgm:cxn modelId="{E5BCCBF5-4478-4D8E-9DE5-58B14FDF65D8}" type="presParOf" srcId="{55B12B65-572F-4286-863E-FF4869DD74D5}" destId="{F4B3630E-4829-4A1C-8ACC-2E645993C965}" srcOrd="3" destOrd="0" presId="urn:microsoft.com/office/officeart/2018/2/layout/IconLabelList"/>
    <dgm:cxn modelId="{03212386-03F1-4E5E-9316-6E5A81DB06A3}" type="presParOf" srcId="{55B12B65-572F-4286-863E-FF4869DD74D5}" destId="{6F8B87AD-7CDB-48ED-8FFF-CCA925BF0A06}" srcOrd="4" destOrd="0" presId="urn:microsoft.com/office/officeart/2018/2/layout/IconLabelList"/>
    <dgm:cxn modelId="{702CC2AB-91B8-4645-AA8C-E6C3C1370DCF}" type="presParOf" srcId="{6F8B87AD-7CDB-48ED-8FFF-CCA925BF0A06}" destId="{02A7BA3F-AFCC-467E-A404-719B569A6A52}" srcOrd="0" destOrd="0" presId="urn:microsoft.com/office/officeart/2018/2/layout/IconLabelList"/>
    <dgm:cxn modelId="{64EF44CD-0976-4490-B696-61B3C188EFC8}" type="presParOf" srcId="{6F8B87AD-7CDB-48ED-8FFF-CCA925BF0A06}" destId="{AC101531-08E4-49E6-B2C5-AA2B38C64DC1}" srcOrd="1" destOrd="0" presId="urn:microsoft.com/office/officeart/2018/2/layout/IconLabelList"/>
    <dgm:cxn modelId="{0E2F5A6E-ACCC-441E-AD7B-B4D1EC3B2AE7}" type="presParOf" srcId="{6F8B87AD-7CDB-48ED-8FFF-CCA925BF0A06}" destId="{0F544EEB-E0C0-4216-B387-F76D25746F5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6E470D-94CC-49B1-89BA-F392AE81FDBE}"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EF6A645E-1ED9-4C8D-B5AF-E11755E606C5}">
      <dgm:prSet/>
      <dgm:spPr/>
      <dgm:t>
        <a:bodyPr/>
        <a:lstStyle/>
        <a:p>
          <a:r>
            <a:rPr lang="en-GB"/>
            <a:t>Ideation for each subproblem</a:t>
          </a:r>
          <a:endParaRPr lang="en-US">
            <a:latin typeface="Calibri Light" panose="020F0302020204030204"/>
          </a:endParaRPr>
        </a:p>
      </dgm:t>
    </dgm:pt>
    <dgm:pt modelId="{21303A04-E779-48D0-AFA3-75F43FF0E2B3}" type="parTrans" cxnId="{3B2F2041-0750-410E-973E-861C620F4403}">
      <dgm:prSet/>
      <dgm:spPr/>
      <dgm:t>
        <a:bodyPr/>
        <a:lstStyle/>
        <a:p>
          <a:endParaRPr lang="en-US"/>
        </a:p>
      </dgm:t>
    </dgm:pt>
    <dgm:pt modelId="{43A0FB04-E4DD-4BC6-9EB9-939CB75B85CF}" type="sibTrans" cxnId="{3B2F2041-0750-410E-973E-861C620F4403}">
      <dgm:prSet/>
      <dgm:spPr/>
      <dgm:t>
        <a:bodyPr/>
        <a:lstStyle/>
        <a:p>
          <a:endParaRPr lang="en-US"/>
        </a:p>
      </dgm:t>
    </dgm:pt>
    <dgm:pt modelId="{3DF6DF4B-28CD-49E3-B731-E6450ED526CD}">
      <dgm:prSet/>
      <dgm:spPr/>
      <dgm:t>
        <a:bodyPr/>
        <a:lstStyle/>
        <a:p>
          <a:r>
            <a:rPr lang="en-GB"/>
            <a:t>Divergence followed by convergence</a:t>
          </a:r>
          <a:endParaRPr lang="en-US"/>
        </a:p>
      </dgm:t>
    </dgm:pt>
    <dgm:pt modelId="{EF296678-769A-4064-A4B1-7375E21C3C92}" type="parTrans" cxnId="{F9E8BCD7-DD57-42E4-A778-077E8F58CA3D}">
      <dgm:prSet/>
      <dgm:spPr/>
      <dgm:t>
        <a:bodyPr/>
        <a:lstStyle/>
        <a:p>
          <a:endParaRPr lang="en-US"/>
        </a:p>
      </dgm:t>
    </dgm:pt>
    <dgm:pt modelId="{AA6AA2A0-4FE4-4CC8-9255-D46D367C0B5B}" type="sibTrans" cxnId="{F9E8BCD7-DD57-42E4-A778-077E8F58CA3D}">
      <dgm:prSet/>
      <dgm:spPr/>
      <dgm:t>
        <a:bodyPr/>
        <a:lstStyle/>
        <a:p>
          <a:endParaRPr lang="en-US"/>
        </a:p>
      </dgm:t>
    </dgm:pt>
    <dgm:pt modelId="{7A2D9690-695B-4E88-8D55-A00317E3B47D}">
      <dgm:prSet/>
      <dgm:spPr/>
      <dgm:t>
        <a:bodyPr/>
        <a:lstStyle/>
        <a:p>
          <a:r>
            <a:rPr lang="en-GB"/>
            <a:t>Different brainstorming methods</a:t>
          </a:r>
          <a:endParaRPr lang="en-US"/>
        </a:p>
      </dgm:t>
    </dgm:pt>
    <dgm:pt modelId="{6B79CE2C-FE4B-489D-B688-6BD210220137}" type="parTrans" cxnId="{55B61B6C-DD7F-476E-9083-058DFD403A25}">
      <dgm:prSet/>
      <dgm:spPr/>
      <dgm:t>
        <a:bodyPr/>
        <a:lstStyle/>
        <a:p>
          <a:endParaRPr lang="en-US"/>
        </a:p>
      </dgm:t>
    </dgm:pt>
    <dgm:pt modelId="{9B916723-0A59-4AC9-AD4B-9FDC9CA5EB4B}" type="sibTrans" cxnId="{55B61B6C-DD7F-476E-9083-058DFD403A25}">
      <dgm:prSet/>
      <dgm:spPr/>
      <dgm:t>
        <a:bodyPr/>
        <a:lstStyle/>
        <a:p>
          <a:endParaRPr lang="en-US"/>
        </a:p>
      </dgm:t>
    </dgm:pt>
    <dgm:pt modelId="{A177C706-52B8-451B-B365-54D16A774A86}" type="pres">
      <dgm:prSet presAssocID="{036E470D-94CC-49B1-89BA-F392AE81FDBE}" presName="outerComposite" presStyleCnt="0">
        <dgm:presLayoutVars>
          <dgm:chMax val="5"/>
          <dgm:dir/>
          <dgm:resizeHandles val="exact"/>
        </dgm:presLayoutVars>
      </dgm:prSet>
      <dgm:spPr/>
    </dgm:pt>
    <dgm:pt modelId="{347E2125-2EF8-4E62-A137-A2BAB4716DAC}" type="pres">
      <dgm:prSet presAssocID="{036E470D-94CC-49B1-89BA-F392AE81FDBE}" presName="dummyMaxCanvas" presStyleCnt="0">
        <dgm:presLayoutVars/>
      </dgm:prSet>
      <dgm:spPr/>
    </dgm:pt>
    <dgm:pt modelId="{354590BA-97B5-444C-BAF6-9872F70F3EB1}" type="pres">
      <dgm:prSet presAssocID="{036E470D-94CC-49B1-89BA-F392AE81FDBE}" presName="ThreeNodes_1" presStyleLbl="node1" presStyleIdx="0" presStyleCnt="3">
        <dgm:presLayoutVars>
          <dgm:bulletEnabled val="1"/>
        </dgm:presLayoutVars>
      </dgm:prSet>
      <dgm:spPr/>
    </dgm:pt>
    <dgm:pt modelId="{59493F8D-F41C-4DC4-8561-C49D0A594EDD}" type="pres">
      <dgm:prSet presAssocID="{036E470D-94CC-49B1-89BA-F392AE81FDBE}" presName="ThreeNodes_2" presStyleLbl="node1" presStyleIdx="1" presStyleCnt="3">
        <dgm:presLayoutVars>
          <dgm:bulletEnabled val="1"/>
        </dgm:presLayoutVars>
      </dgm:prSet>
      <dgm:spPr/>
    </dgm:pt>
    <dgm:pt modelId="{36A07834-409E-442F-8021-E96CC1FD8F82}" type="pres">
      <dgm:prSet presAssocID="{036E470D-94CC-49B1-89BA-F392AE81FDBE}" presName="ThreeNodes_3" presStyleLbl="node1" presStyleIdx="2" presStyleCnt="3">
        <dgm:presLayoutVars>
          <dgm:bulletEnabled val="1"/>
        </dgm:presLayoutVars>
      </dgm:prSet>
      <dgm:spPr/>
    </dgm:pt>
    <dgm:pt modelId="{F4AEEE67-FB69-46A3-8F7F-EB33C21F7B13}" type="pres">
      <dgm:prSet presAssocID="{036E470D-94CC-49B1-89BA-F392AE81FDBE}" presName="ThreeConn_1-2" presStyleLbl="fgAccFollowNode1" presStyleIdx="0" presStyleCnt="2">
        <dgm:presLayoutVars>
          <dgm:bulletEnabled val="1"/>
        </dgm:presLayoutVars>
      </dgm:prSet>
      <dgm:spPr/>
    </dgm:pt>
    <dgm:pt modelId="{9002E3DD-19B2-4946-BF2A-EE5B004D0392}" type="pres">
      <dgm:prSet presAssocID="{036E470D-94CC-49B1-89BA-F392AE81FDBE}" presName="ThreeConn_2-3" presStyleLbl="fgAccFollowNode1" presStyleIdx="1" presStyleCnt="2">
        <dgm:presLayoutVars>
          <dgm:bulletEnabled val="1"/>
        </dgm:presLayoutVars>
      </dgm:prSet>
      <dgm:spPr/>
    </dgm:pt>
    <dgm:pt modelId="{12D7EC6D-CB58-4552-81D1-A787E14D4D63}" type="pres">
      <dgm:prSet presAssocID="{036E470D-94CC-49B1-89BA-F392AE81FDBE}" presName="ThreeNodes_1_text" presStyleLbl="node1" presStyleIdx="2" presStyleCnt="3">
        <dgm:presLayoutVars>
          <dgm:bulletEnabled val="1"/>
        </dgm:presLayoutVars>
      </dgm:prSet>
      <dgm:spPr/>
    </dgm:pt>
    <dgm:pt modelId="{0F1991B6-1455-4760-92FE-692D844D80A1}" type="pres">
      <dgm:prSet presAssocID="{036E470D-94CC-49B1-89BA-F392AE81FDBE}" presName="ThreeNodes_2_text" presStyleLbl="node1" presStyleIdx="2" presStyleCnt="3">
        <dgm:presLayoutVars>
          <dgm:bulletEnabled val="1"/>
        </dgm:presLayoutVars>
      </dgm:prSet>
      <dgm:spPr/>
    </dgm:pt>
    <dgm:pt modelId="{B9107A4F-1E4E-4C6A-B6A4-8845E091CF0E}" type="pres">
      <dgm:prSet presAssocID="{036E470D-94CC-49B1-89BA-F392AE81FDBE}" presName="ThreeNodes_3_text" presStyleLbl="node1" presStyleIdx="2" presStyleCnt="3">
        <dgm:presLayoutVars>
          <dgm:bulletEnabled val="1"/>
        </dgm:presLayoutVars>
      </dgm:prSet>
      <dgm:spPr/>
    </dgm:pt>
  </dgm:ptLst>
  <dgm:cxnLst>
    <dgm:cxn modelId="{3EB8290B-7D62-49BF-9687-2DA3222B857D}" type="presOf" srcId="{EF6A645E-1ED9-4C8D-B5AF-E11755E606C5}" destId="{354590BA-97B5-444C-BAF6-9872F70F3EB1}" srcOrd="0" destOrd="0" presId="urn:microsoft.com/office/officeart/2005/8/layout/vProcess5"/>
    <dgm:cxn modelId="{AEAF7226-FEF4-4D47-909D-4642984ECBE1}" type="presOf" srcId="{3DF6DF4B-28CD-49E3-B731-E6450ED526CD}" destId="{0F1991B6-1455-4760-92FE-692D844D80A1}" srcOrd="1" destOrd="0" presId="urn:microsoft.com/office/officeart/2005/8/layout/vProcess5"/>
    <dgm:cxn modelId="{3B2F2041-0750-410E-973E-861C620F4403}" srcId="{036E470D-94CC-49B1-89BA-F392AE81FDBE}" destId="{EF6A645E-1ED9-4C8D-B5AF-E11755E606C5}" srcOrd="0" destOrd="0" parTransId="{21303A04-E779-48D0-AFA3-75F43FF0E2B3}" sibTransId="{43A0FB04-E4DD-4BC6-9EB9-939CB75B85CF}"/>
    <dgm:cxn modelId="{6C631462-B07C-4CD3-883D-1AEECAADE238}" type="presOf" srcId="{7A2D9690-695B-4E88-8D55-A00317E3B47D}" destId="{36A07834-409E-442F-8021-E96CC1FD8F82}" srcOrd="0" destOrd="0" presId="urn:microsoft.com/office/officeart/2005/8/layout/vProcess5"/>
    <dgm:cxn modelId="{BBCB0267-ED97-4052-8D03-25213A05C5C3}" type="presOf" srcId="{7A2D9690-695B-4E88-8D55-A00317E3B47D}" destId="{B9107A4F-1E4E-4C6A-B6A4-8845E091CF0E}" srcOrd="1" destOrd="0" presId="urn:microsoft.com/office/officeart/2005/8/layout/vProcess5"/>
    <dgm:cxn modelId="{55B61B6C-DD7F-476E-9083-058DFD403A25}" srcId="{036E470D-94CC-49B1-89BA-F392AE81FDBE}" destId="{7A2D9690-695B-4E88-8D55-A00317E3B47D}" srcOrd="2" destOrd="0" parTransId="{6B79CE2C-FE4B-489D-B688-6BD210220137}" sibTransId="{9B916723-0A59-4AC9-AD4B-9FDC9CA5EB4B}"/>
    <dgm:cxn modelId="{A18EA371-F0ED-4396-9B48-6177F5247F05}" type="presOf" srcId="{EF6A645E-1ED9-4C8D-B5AF-E11755E606C5}" destId="{12D7EC6D-CB58-4552-81D1-A787E14D4D63}" srcOrd="1" destOrd="0" presId="urn:microsoft.com/office/officeart/2005/8/layout/vProcess5"/>
    <dgm:cxn modelId="{594D907C-C34F-44EB-A3BD-AD7C619C2EF9}" type="presOf" srcId="{43A0FB04-E4DD-4BC6-9EB9-939CB75B85CF}" destId="{F4AEEE67-FB69-46A3-8F7F-EB33C21F7B13}" srcOrd="0" destOrd="0" presId="urn:microsoft.com/office/officeart/2005/8/layout/vProcess5"/>
    <dgm:cxn modelId="{591EA092-57A9-4EF3-8DA3-8AD1C8E148D2}" type="presOf" srcId="{036E470D-94CC-49B1-89BA-F392AE81FDBE}" destId="{A177C706-52B8-451B-B365-54D16A774A86}" srcOrd="0" destOrd="0" presId="urn:microsoft.com/office/officeart/2005/8/layout/vProcess5"/>
    <dgm:cxn modelId="{350F99CE-8FCE-428C-92FF-9F53185E64FB}" type="presOf" srcId="{3DF6DF4B-28CD-49E3-B731-E6450ED526CD}" destId="{59493F8D-F41C-4DC4-8561-C49D0A594EDD}" srcOrd="0" destOrd="0" presId="urn:microsoft.com/office/officeart/2005/8/layout/vProcess5"/>
    <dgm:cxn modelId="{F9E8BCD7-DD57-42E4-A778-077E8F58CA3D}" srcId="{036E470D-94CC-49B1-89BA-F392AE81FDBE}" destId="{3DF6DF4B-28CD-49E3-B731-E6450ED526CD}" srcOrd="1" destOrd="0" parTransId="{EF296678-769A-4064-A4B1-7375E21C3C92}" sibTransId="{AA6AA2A0-4FE4-4CC8-9255-D46D367C0B5B}"/>
    <dgm:cxn modelId="{F96B69DD-9F66-41EE-BE5C-76C1E5AD9E87}" type="presOf" srcId="{AA6AA2A0-4FE4-4CC8-9255-D46D367C0B5B}" destId="{9002E3DD-19B2-4946-BF2A-EE5B004D0392}" srcOrd="0" destOrd="0" presId="urn:microsoft.com/office/officeart/2005/8/layout/vProcess5"/>
    <dgm:cxn modelId="{AF5468E4-8DE4-4447-B1BC-26E7784F5198}" type="presParOf" srcId="{A177C706-52B8-451B-B365-54D16A774A86}" destId="{347E2125-2EF8-4E62-A137-A2BAB4716DAC}" srcOrd="0" destOrd="0" presId="urn:microsoft.com/office/officeart/2005/8/layout/vProcess5"/>
    <dgm:cxn modelId="{364DA83A-618E-42DF-A7D1-8A4DCDA67922}" type="presParOf" srcId="{A177C706-52B8-451B-B365-54D16A774A86}" destId="{354590BA-97B5-444C-BAF6-9872F70F3EB1}" srcOrd="1" destOrd="0" presId="urn:microsoft.com/office/officeart/2005/8/layout/vProcess5"/>
    <dgm:cxn modelId="{D0E36822-DA0E-42B9-9169-9BC909525081}" type="presParOf" srcId="{A177C706-52B8-451B-B365-54D16A774A86}" destId="{59493F8D-F41C-4DC4-8561-C49D0A594EDD}" srcOrd="2" destOrd="0" presId="urn:microsoft.com/office/officeart/2005/8/layout/vProcess5"/>
    <dgm:cxn modelId="{849E61A4-2D9A-4C50-91F4-96BB062492E9}" type="presParOf" srcId="{A177C706-52B8-451B-B365-54D16A774A86}" destId="{36A07834-409E-442F-8021-E96CC1FD8F82}" srcOrd="3" destOrd="0" presId="urn:microsoft.com/office/officeart/2005/8/layout/vProcess5"/>
    <dgm:cxn modelId="{2DC641E8-C2C2-426E-A70A-4A70605BB15F}" type="presParOf" srcId="{A177C706-52B8-451B-B365-54D16A774A86}" destId="{F4AEEE67-FB69-46A3-8F7F-EB33C21F7B13}" srcOrd="4" destOrd="0" presId="urn:microsoft.com/office/officeart/2005/8/layout/vProcess5"/>
    <dgm:cxn modelId="{ABFC6691-B0B6-4E6A-93AE-06BE0E1F21A4}" type="presParOf" srcId="{A177C706-52B8-451B-B365-54D16A774A86}" destId="{9002E3DD-19B2-4946-BF2A-EE5B004D0392}" srcOrd="5" destOrd="0" presId="urn:microsoft.com/office/officeart/2005/8/layout/vProcess5"/>
    <dgm:cxn modelId="{9BC76887-1613-48AF-841F-C28DFF6F75FA}" type="presParOf" srcId="{A177C706-52B8-451B-B365-54D16A774A86}" destId="{12D7EC6D-CB58-4552-81D1-A787E14D4D63}" srcOrd="6" destOrd="0" presId="urn:microsoft.com/office/officeart/2005/8/layout/vProcess5"/>
    <dgm:cxn modelId="{F38D5500-BBF7-4DC0-A8F1-7C90B745FE7F}" type="presParOf" srcId="{A177C706-52B8-451B-B365-54D16A774A86}" destId="{0F1991B6-1455-4760-92FE-692D844D80A1}" srcOrd="7" destOrd="0" presId="urn:microsoft.com/office/officeart/2005/8/layout/vProcess5"/>
    <dgm:cxn modelId="{D698B019-451D-4005-8E0A-0CFAB7A0732F}" type="presParOf" srcId="{A177C706-52B8-451B-B365-54D16A774A86}" destId="{B9107A4F-1E4E-4C6A-B6A4-8845E091CF0E}"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DAEC02-E74B-4142-A242-6EDAB7288C1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3A4D86A-3A01-45A1-BFA1-DBDF9C614763}">
      <dgm:prSet/>
      <dgm:spPr/>
      <dgm:t>
        <a:bodyPr/>
        <a:lstStyle/>
        <a:p>
          <a:pPr>
            <a:lnSpc>
              <a:spcPct val="100000"/>
            </a:lnSpc>
          </a:pPr>
          <a:r>
            <a:rPr lang="en-US"/>
            <a:t>Financial aspect (downstream</a:t>
          </a:r>
        </a:p>
      </dgm:t>
    </dgm:pt>
    <dgm:pt modelId="{2ACCEE7F-0EC8-4A33-BECC-C8294588F657}" type="parTrans" cxnId="{EB5C87D0-6A92-4829-AD1B-6C9FE393574B}">
      <dgm:prSet/>
      <dgm:spPr/>
      <dgm:t>
        <a:bodyPr/>
        <a:lstStyle/>
        <a:p>
          <a:endParaRPr lang="en-US"/>
        </a:p>
      </dgm:t>
    </dgm:pt>
    <dgm:pt modelId="{6C7D4081-ABA5-446D-846C-807BC0E193DD}" type="sibTrans" cxnId="{EB5C87D0-6A92-4829-AD1B-6C9FE393574B}">
      <dgm:prSet/>
      <dgm:spPr/>
      <dgm:t>
        <a:bodyPr/>
        <a:lstStyle/>
        <a:p>
          <a:endParaRPr lang="en-US"/>
        </a:p>
      </dgm:t>
    </dgm:pt>
    <dgm:pt modelId="{6ABC3450-A7E9-4DE5-86F3-7A3D09197F27}">
      <dgm:prSet/>
      <dgm:spPr/>
      <dgm:t>
        <a:bodyPr/>
        <a:lstStyle/>
        <a:p>
          <a:pPr>
            <a:lnSpc>
              <a:spcPct val="100000"/>
            </a:lnSpc>
          </a:pPr>
          <a:r>
            <a:rPr lang="en-US"/>
            <a:t>solution) </a:t>
          </a:r>
        </a:p>
      </dgm:t>
    </dgm:pt>
    <dgm:pt modelId="{FE1863D4-A5C5-4A83-AD54-D495562CAB74}" type="parTrans" cxnId="{A800A2B3-8D17-4503-8B27-51475769D362}">
      <dgm:prSet/>
      <dgm:spPr/>
      <dgm:t>
        <a:bodyPr/>
        <a:lstStyle/>
        <a:p>
          <a:endParaRPr lang="en-US"/>
        </a:p>
      </dgm:t>
    </dgm:pt>
    <dgm:pt modelId="{0945A630-7C48-4D6F-A964-7EAD9F3AEBE6}" type="sibTrans" cxnId="{A800A2B3-8D17-4503-8B27-51475769D362}">
      <dgm:prSet/>
      <dgm:spPr/>
      <dgm:t>
        <a:bodyPr/>
        <a:lstStyle/>
        <a:p>
          <a:endParaRPr lang="en-US"/>
        </a:p>
      </dgm:t>
    </dgm:pt>
    <dgm:pt modelId="{E24CCD37-CBE8-435D-9966-1F2293E02C39}">
      <dgm:prSet/>
      <dgm:spPr/>
      <dgm:t>
        <a:bodyPr/>
        <a:lstStyle/>
        <a:p>
          <a:pPr>
            <a:lnSpc>
              <a:spcPct val="100000"/>
            </a:lnSpc>
          </a:pPr>
          <a:r>
            <a:rPr lang="en-US"/>
            <a:t>Regulatory constraints </a:t>
          </a:r>
        </a:p>
      </dgm:t>
    </dgm:pt>
    <dgm:pt modelId="{37EE3A93-A7A0-4F49-B3BD-1C132534A7CB}" type="parTrans" cxnId="{60693E7D-57D6-4915-B6BE-A3302464B21C}">
      <dgm:prSet/>
      <dgm:spPr/>
      <dgm:t>
        <a:bodyPr/>
        <a:lstStyle/>
        <a:p>
          <a:endParaRPr lang="en-US"/>
        </a:p>
      </dgm:t>
    </dgm:pt>
    <dgm:pt modelId="{3B1C92AA-E229-4882-BE1A-30419C44F722}" type="sibTrans" cxnId="{60693E7D-57D6-4915-B6BE-A3302464B21C}">
      <dgm:prSet/>
      <dgm:spPr/>
      <dgm:t>
        <a:bodyPr/>
        <a:lstStyle/>
        <a:p>
          <a:endParaRPr lang="en-US"/>
        </a:p>
      </dgm:t>
    </dgm:pt>
    <dgm:pt modelId="{7C733DA7-0259-4510-90EF-BA4B7EDDAC07}">
      <dgm:prSet/>
      <dgm:spPr/>
      <dgm:t>
        <a:bodyPr/>
        <a:lstStyle/>
        <a:p>
          <a:pPr>
            <a:lnSpc>
              <a:spcPct val="100000"/>
            </a:lnSpc>
          </a:pPr>
          <a:r>
            <a:rPr lang="en-US"/>
            <a:t>Target segment based on thesolution  </a:t>
          </a:r>
        </a:p>
      </dgm:t>
    </dgm:pt>
    <dgm:pt modelId="{D7295498-5342-40AE-B66A-8CE732C10669}" type="parTrans" cxnId="{A03AB94D-4A65-4AEF-83F5-A7BF3021C411}">
      <dgm:prSet/>
      <dgm:spPr/>
      <dgm:t>
        <a:bodyPr/>
        <a:lstStyle/>
        <a:p>
          <a:endParaRPr lang="en-US"/>
        </a:p>
      </dgm:t>
    </dgm:pt>
    <dgm:pt modelId="{70427A1F-7FDF-4465-BD4C-C5F05C9093B6}" type="sibTrans" cxnId="{A03AB94D-4A65-4AEF-83F5-A7BF3021C411}">
      <dgm:prSet/>
      <dgm:spPr/>
      <dgm:t>
        <a:bodyPr/>
        <a:lstStyle/>
        <a:p>
          <a:endParaRPr lang="en-US"/>
        </a:p>
      </dgm:t>
    </dgm:pt>
    <dgm:pt modelId="{AD6BB808-5A82-42FD-BCD3-E72FCD4EAE52}">
      <dgm:prSet/>
      <dgm:spPr/>
      <dgm:t>
        <a:bodyPr/>
        <a:lstStyle/>
        <a:p>
          <a:pPr>
            <a:lnSpc>
              <a:spcPct val="100000"/>
            </a:lnSpc>
          </a:pPr>
          <a:r>
            <a:rPr lang="en-US"/>
            <a:t>Revenue source </a:t>
          </a:r>
        </a:p>
      </dgm:t>
    </dgm:pt>
    <dgm:pt modelId="{A11FBA74-6316-4217-8F09-E4386D155EF6}" type="parTrans" cxnId="{C6B90B33-7999-4A78-AB33-F9905517AF90}">
      <dgm:prSet/>
      <dgm:spPr/>
      <dgm:t>
        <a:bodyPr/>
        <a:lstStyle/>
        <a:p>
          <a:endParaRPr lang="en-US"/>
        </a:p>
      </dgm:t>
    </dgm:pt>
    <dgm:pt modelId="{6D6542E1-AF1B-4408-8AD4-DE5F086D3B3B}" type="sibTrans" cxnId="{C6B90B33-7999-4A78-AB33-F9905517AF90}">
      <dgm:prSet/>
      <dgm:spPr/>
      <dgm:t>
        <a:bodyPr/>
        <a:lstStyle/>
        <a:p>
          <a:endParaRPr lang="en-US"/>
        </a:p>
      </dgm:t>
    </dgm:pt>
    <dgm:pt modelId="{44B84C65-5B6C-4B35-A226-FFFFACCAD353}">
      <dgm:prSet/>
      <dgm:spPr/>
      <dgm:t>
        <a:bodyPr/>
        <a:lstStyle/>
        <a:p>
          <a:pPr>
            <a:lnSpc>
              <a:spcPct val="100000"/>
            </a:lnSpc>
          </a:pPr>
          <a:r>
            <a:rPr lang="en-US"/>
            <a:t>Hospital preference </a:t>
          </a:r>
        </a:p>
      </dgm:t>
    </dgm:pt>
    <dgm:pt modelId="{A85B5CBD-984A-4DFD-850C-892772003C42}" type="parTrans" cxnId="{28042C77-F270-490A-AA2F-05BA39E14F47}">
      <dgm:prSet/>
      <dgm:spPr/>
      <dgm:t>
        <a:bodyPr/>
        <a:lstStyle/>
        <a:p>
          <a:endParaRPr lang="en-US"/>
        </a:p>
      </dgm:t>
    </dgm:pt>
    <dgm:pt modelId="{01868BAF-C763-4CCB-B6AC-EA4E9B46A3E3}" type="sibTrans" cxnId="{28042C77-F270-490A-AA2F-05BA39E14F47}">
      <dgm:prSet/>
      <dgm:spPr/>
      <dgm:t>
        <a:bodyPr/>
        <a:lstStyle/>
        <a:p>
          <a:endParaRPr lang="en-US"/>
        </a:p>
      </dgm:t>
    </dgm:pt>
    <dgm:pt modelId="{C891FC13-3FBB-4B02-947D-E18E764E9490}">
      <dgm:prSet/>
      <dgm:spPr/>
      <dgm:t>
        <a:bodyPr/>
        <a:lstStyle/>
        <a:p>
          <a:pPr>
            <a:lnSpc>
              <a:spcPct val="100000"/>
            </a:lnSpc>
          </a:pPr>
          <a:r>
            <a:rPr lang="en-US"/>
            <a:t>Cost structure</a:t>
          </a:r>
        </a:p>
      </dgm:t>
    </dgm:pt>
    <dgm:pt modelId="{070C187A-EDB6-4D13-8A93-FE9744E43C0F}" type="parTrans" cxnId="{4E5E9DDB-4DDC-4F6D-9C6B-A079C98597A3}">
      <dgm:prSet/>
      <dgm:spPr/>
      <dgm:t>
        <a:bodyPr/>
        <a:lstStyle/>
        <a:p>
          <a:endParaRPr lang="en-US"/>
        </a:p>
      </dgm:t>
    </dgm:pt>
    <dgm:pt modelId="{C9B07677-6CB0-43AA-8C05-B97234A63B9F}" type="sibTrans" cxnId="{4E5E9DDB-4DDC-4F6D-9C6B-A079C98597A3}">
      <dgm:prSet/>
      <dgm:spPr/>
      <dgm:t>
        <a:bodyPr/>
        <a:lstStyle/>
        <a:p>
          <a:endParaRPr lang="en-US"/>
        </a:p>
      </dgm:t>
    </dgm:pt>
    <dgm:pt modelId="{56D8A35D-FD49-4B51-B14B-87483235135D}" type="pres">
      <dgm:prSet presAssocID="{D0DAEC02-E74B-4142-A242-6EDAB7288C10}" presName="root" presStyleCnt="0">
        <dgm:presLayoutVars>
          <dgm:dir/>
          <dgm:resizeHandles val="exact"/>
        </dgm:presLayoutVars>
      </dgm:prSet>
      <dgm:spPr/>
    </dgm:pt>
    <dgm:pt modelId="{4F46A23C-8504-43D0-A0DE-71058F2A6370}" type="pres">
      <dgm:prSet presAssocID="{93A4D86A-3A01-45A1-BFA1-DBDF9C614763}" presName="compNode" presStyleCnt="0"/>
      <dgm:spPr/>
    </dgm:pt>
    <dgm:pt modelId="{671F3BB7-89E6-430C-A2D7-B010492C34FA}" type="pres">
      <dgm:prSet presAssocID="{93A4D86A-3A01-45A1-BFA1-DBDF9C614763}" presName="bgRect" presStyleLbl="bgShp" presStyleIdx="0" presStyleCnt="7"/>
      <dgm:spPr/>
    </dgm:pt>
    <dgm:pt modelId="{866C1507-A493-4B28-AD1C-A4BA9935FB24}" type="pres">
      <dgm:prSet presAssocID="{93A4D86A-3A01-45A1-BFA1-DBDF9C614763}"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Aspect Ratio"/>
        </a:ext>
      </dgm:extLst>
    </dgm:pt>
    <dgm:pt modelId="{C6DBF1CD-8C3C-4974-93E2-19731BFCEFA5}" type="pres">
      <dgm:prSet presAssocID="{93A4D86A-3A01-45A1-BFA1-DBDF9C614763}" presName="spaceRect" presStyleCnt="0"/>
      <dgm:spPr/>
    </dgm:pt>
    <dgm:pt modelId="{DA62F979-5579-43A7-80E0-462BB62F7F22}" type="pres">
      <dgm:prSet presAssocID="{93A4D86A-3A01-45A1-BFA1-DBDF9C614763}" presName="parTx" presStyleLbl="revTx" presStyleIdx="0" presStyleCnt="7">
        <dgm:presLayoutVars>
          <dgm:chMax val="0"/>
          <dgm:chPref val="0"/>
        </dgm:presLayoutVars>
      </dgm:prSet>
      <dgm:spPr/>
    </dgm:pt>
    <dgm:pt modelId="{DC5DB7F6-DF36-46D3-981C-6E4D4C7D5C93}" type="pres">
      <dgm:prSet presAssocID="{6C7D4081-ABA5-446D-846C-807BC0E193DD}" presName="sibTrans" presStyleCnt="0"/>
      <dgm:spPr/>
    </dgm:pt>
    <dgm:pt modelId="{9C8F2668-7E22-4510-B422-AF0AD9BA5BB5}" type="pres">
      <dgm:prSet presAssocID="{6ABC3450-A7E9-4DE5-86F3-7A3D09197F27}" presName="compNode" presStyleCnt="0"/>
      <dgm:spPr/>
    </dgm:pt>
    <dgm:pt modelId="{CB8CA728-D019-40DD-B98E-4E2DEABF5AA2}" type="pres">
      <dgm:prSet presAssocID="{6ABC3450-A7E9-4DE5-86F3-7A3D09197F27}" presName="bgRect" presStyleLbl="bgShp" presStyleIdx="1" presStyleCnt="7"/>
      <dgm:spPr/>
    </dgm:pt>
    <dgm:pt modelId="{1C97562F-E652-4849-AFC7-137662DD68FA}" type="pres">
      <dgm:prSet presAssocID="{6ABC3450-A7E9-4DE5-86F3-7A3D09197F27}"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lter"/>
        </a:ext>
      </dgm:extLst>
    </dgm:pt>
    <dgm:pt modelId="{6C67FB34-13D6-4208-ADEE-917F7B6BA7E1}" type="pres">
      <dgm:prSet presAssocID="{6ABC3450-A7E9-4DE5-86F3-7A3D09197F27}" presName="spaceRect" presStyleCnt="0"/>
      <dgm:spPr/>
    </dgm:pt>
    <dgm:pt modelId="{7B40852C-6A95-4820-9BE7-2EDE07204849}" type="pres">
      <dgm:prSet presAssocID="{6ABC3450-A7E9-4DE5-86F3-7A3D09197F27}" presName="parTx" presStyleLbl="revTx" presStyleIdx="1" presStyleCnt="7">
        <dgm:presLayoutVars>
          <dgm:chMax val="0"/>
          <dgm:chPref val="0"/>
        </dgm:presLayoutVars>
      </dgm:prSet>
      <dgm:spPr/>
    </dgm:pt>
    <dgm:pt modelId="{EDE30FEB-788F-4BA0-A172-E2105DDAE0A8}" type="pres">
      <dgm:prSet presAssocID="{0945A630-7C48-4D6F-A964-7EAD9F3AEBE6}" presName="sibTrans" presStyleCnt="0"/>
      <dgm:spPr/>
    </dgm:pt>
    <dgm:pt modelId="{97FCF770-BCCA-42E9-84FC-468DB99A4B9B}" type="pres">
      <dgm:prSet presAssocID="{E24CCD37-CBE8-435D-9966-1F2293E02C39}" presName="compNode" presStyleCnt="0"/>
      <dgm:spPr/>
    </dgm:pt>
    <dgm:pt modelId="{DB1E0A2C-B9BF-4FD3-A9EF-ABD4BFD4171C}" type="pres">
      <dgm:prSet presAssocID="{E24CCD37-CBE8-435D-9966-1F2293E02C39}" presName="bgRect" presStyleLbl="bgShp" presStyleIdx="2" presStyleCnt="7"/>
      <dgm:spPr/>
    </dgm:pt>
    <dgm:pt modelId="{408AAD11-6E73-4DFB-82AA-D2250B4EEBFF}" type="pres">
      <dgm:prSet presAssocID="{E24CCD37-CBE8-435D-9966-1F2293E02C39}"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edia"/>
        </a:ext>
      </dgm:extLst>
    </dgm:pt>
    <dgm:pt modelId="{E0DFD969-77A9-440D-904B-3D2BDCD885C6}" type="pres">
      <dgm:prSet presAssocID="{E24CCD37-CBE8-435D-9966-1F2293E02C39}" presName="spaceRect" presStyleCnt="0"/>
      <dgm:spPr/>
    </dgm:pt>
    <dgm:pt modelId="{4CD33147-0630-421A-92D8-E6DA35E6E0AE}" type="pres">
      <dgm:prSet presAssocID="{E24CCD37-CBE8-435D-9966-1F2293E02C39}" presName="parTx" presStyleLbl="revTx" presStyleIdx="2" presStyleCnt="7">
        <dgm:presLayoutVars>
          <dgm:chMax val="0"/>
          <dgm:chPref val="0"/>
        </dgm:presLayoutVars>
      </dgm:prSet>
      <dgm:spPr/>
    </dgm:pt>
    <dgm:pt modelId="{3899A468-7AF5-4251-989F-C11C8A6E7C67}" type="pres">
      <dgm:prSet presAssocID="{3B1C92AA-E229-4882-BE1A-30419C44F722}" presName="sibTrans" presStyleCnt="0"/>
      <dgm:spPr/>
    </dgm:pt>
    <dgm:pt modelId="{E2C2B6D9-ABA1-45D0-A2F2-25C20ACB4FF7}" type="pres">
      <dgm:prSet presAssocID="{7C733DA7-0259-4510-90EF-BA4B7EDDAC07}" presName="compNode" presStyleCnt="0"/>
      <dgm:spPr/>
    </dgm:pt>
    <dgm:pt modelId="{6976C65D-D48E-4294-85C9-AFEB1A17B9C4}" type="pres">
      <dgm:prSet presAssocID="{7C733DA7-0259-4510-90EF-BA4B7EDDAC07}" presName="bgRect" presStyleLbl="bgShp" presStyleIdx="3" presStyleCnt="7"/>
      <dgm:spPr/>
    </dgm:pt>
    <dgm:pt modelId="{F4240C31-E6B9-4B16-B77A-064F314C2EDB}" type="pres">
      <dgm:prSet presAssocID="{7C733DA7-0259-4510-90EF-BA4B7EDDAC07}"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ell"/>
        </a:ext>
      </dgm:extLst>
    </dgm:pt>
    <dgm:pt modelId="{B783E0B9-D833-4BE7-B5F8-52B4B8A0431C}" type="pres">
      <dgm:prSet presAssocID="{7C733DA7-0259-4510-90EF-BA4B7EDDAC07}" presName="spaceRect" presStyleCnt="0"/>
      <dgm:spPr/>
    </dgm:pt>
    <dgm:pt modelId="{1383CB66-BBD6-479A-82B3-7E86B970B08D}" type="pres">
      <dgm:prSet presAssocID="{7C733DA7-0259-4510-90EF-BA4B7EDDAC07}" presName="parTx" presStyleLbl="revTx" presStyleIdx="3" presStyleCnt="7">
        <dgm:presLayoutVars>
          <dgm:chMax val="0"/>
          <dgm:chPref val="0"/>
        </dgm:presLayoutVars>
      </dgm:prSet>
      <dgm:spPr/>
    </dgm:pt>
    <dgm:pt modelId="{5C26B66D-A52A-47CE-AA64-240DB568A0C6}" type="pres">
      <dgm:prSet presAssocID="{70427A1F-7FDF-4465-BD4C-C5F05C9093B6}" presName="sibTrans" presStyleCnt="0"/>
      <dgm:spPr/>
    </dgm:pt>
    <dgm:pt modelId="{A9A59264-C170-4F65-BC97-BC72A72E5F3C}" type="pres">
      <dgm:prSet presAssocID="{AD6BB808-5A82-42FD-BCD3-E72FCD4EAE52}" presName="compNode" presStyleCnt="0"/>
      <dgm:spPr/>
    </dgm:pt>
    <dgm:pt modelId="{85233D7A-E663-434C-95D3-9B4D967332C9}" type="pres">
      <dgm:prSet presAssocID="{AD6BB808-5A82-42FD-BCD3-E72FCD4EAE52}" presName="bgRect" presStyleLbl="bgShp" presStyleIdx="4" presStyleCnt="7"/>
      <dgm:spPr/>
    </dgm:pt>
    <dgm:pt modelId="{7993E770-9C5A-4CEA-8512-A08C504C7BE9}" type="pres">
      <dgm:prSet presAssocID="{AD6BB808-5A82-42FD-BCD3-E72FCD4EAE52}"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loud"/>
        </a:ext>
      </dgm:extLst>
    </dgm:pt>
    <dgm:pt modelId="{1912FF9D-70AB-41D5-A7FE-B127558B9BA1}" type="pres">
      <dgm:prSet presAssocID="{AD6BB808-5A82-42FD-BCD3-E72FCD4EAE52}" presName="spaceRect" presStyleCnt="0"/>
      <dgm:spPr/>
    </dgm:pt>
    <dgm:pt modelId="{D81A102B-E9F7-4BD5-AAFB-C3E7B9E6740C}" type="pres">
      <dgm:prSet presAssocID="{AD6BB808-5A82-42FD-BCD3-E72FCD4EAE52}" presName="parTx" presStyleLbl="revTx" presStyleIdx="4" presStyleCnt="7">
        <dgm:presLayoutVars>
          <dgm:chMax val="0"/>
          <dgm:chPref val="0"/>
        </dgm:presLayoutVars>
      </dgm:prSet>
      <dgm:spPr/>
    </dgm:pt>
    <dgm:pt modelId="{49636830-49FE-44DB-9B08-01DD688E9A55}" type="pres">
      <dgm:prSet presAssocID="{6D6542E1-AF1B-4408-8AD4-DE5F086D3B3B}" presName="sibTrans" presStyleCnt="0"/>
      <dgm:spPr/>
    </dgm:pt>
    <dgm:pt modelId="{FA2022CE-C6E8-4EB0-983F-56B656293844}" type="pres">
      <dgm:prSet presAssocID="{44B84C65-5B6C-4B35-A226-FFFFACCAD353}" presName="compNode" presStyleCnt="0"/>
      <dgm:spPr/>
    </dgm:pt>
    <dgm:pt modelId="{A99F5B77-113C-450F-879E-C9F01546707E}" type="pres">
      <dgm:prSet presAssocID="{44B84C65-5B6C-4B35-A226-FFFFACCAD353}" presName="bgRect" presStyleLbl="bgShp" presStyleIdx="5" presStyleCnt="7"/>
      <dgm:spPr/>
    </dgm:pt>
    <dgm:pt modelId="{B3478143-B7A7-4014-BEEE-63431E5C411C}" type="pres">
      <dgm:prSet presAssocID="{44B84C65-5B6C-4B35-A226-FFFFACCAD353}"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ill"/>
        </a:ext>
      </dgm:extLst>
    </dgm:pt>
    <dgm:pt modelId="{5924C8EC-F471-4BA1-B10E-5EBE694C6BFE}" type="pres">
      <dgm:prSet presAssocID="{44B84C65-5B6C-4B35-A226-FFFFACCAD353}" presName="spaceRect" presStyleCnt="0"/>
      <dgm:spPr/>
    </dgm:pt>
    <dgm:pt modelId="{D55BDAC1-5CA6-48AA-A8BB-2E24727BF5A2}" type="pres">
      <dgm:prSet presAssocID="{44B84C65-5B6C-4B35-A226-FFFFACCAD353}" presName="parTx" presStyleLbl="revTx" presStyleIdx="5" presStyleCnt="7">
        <dgm:presLayoutVars>
          <dgm:chMax val="0"/>
          <dgm:chPref val="0"/>
        </dgm:presLayoutVars>
      </dgm:prSet>
      <dgm:spPr/>
    </dgm:pt>
    <dgm:pt modelId="{2941FF74-90B4-45A9-9022-342EFEC74086}" type="pres">
      <dgm:prSet presAssocID="{01868BAF-C763-4CCB-B6AC-EA4E9B46A3E3}" presName="sibTrans" presStyleCnt="0"/>
      <dgm:spPr/>
    </dgm:pt>
    <dgm:pt modelId="{E9D76254-626F-4CED-8F9C-D914D9C3F37A}" type="pres">
      <dgm:prSet presAssocID="{C891FC13-3FBB-4B02-947D-E18E764E9490}" presName="compNode" presStyleCnt="0"/>
      <dgm:spPr/>
    </dgm:pt>
    <dgm:pt modelId="{65D6C4F8-FFC2-4B21-A65E-5FB5252AA3EC}" type="pres">
      <dgm:prSet presAssocID="{C891FC13-3FBB-4B02-947D-E18E764E9490}" presName="bgRect" presStyleLbl="bgShp" presStyleIdx="6" presStyleCnt="7"/>
      <dgm:spPr/>
    </dgm:pt>
    <dgm:pt modelId="{8187D465-4D3B-4416-B132-5BB5127C515E}" type="pres">
      <dgm:prSet presAssocID="{C891FC13-3FBB-4B02-947D-E18E764E9490}"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Bank"/>
        </a:ext>
      </dgm:extLst>
    </dgm:pt>
    <dgm:pt modelId="{A2E2AE8C-34B0-472D-A246-F5FCD17C8182}" type="pres">
      <dgm:prSet presAssocID="{C891FC13-3FBB-4B02-947D-E18E764E9490}" presName="spaceRect" presStyleCnt="0"/>
      <dgm:spPr/>
    </dgm:pt>
    <dgm:pt modelId="{128CA871-8F01-4452-822F-2DA5B3F3E440}" type="pres">
      <dgm:prSet presAssocID="{C891FC13-3FBB-4B02-947D-E18E764E9490}" presName="parTx" presStyleLbl="revTx" presStyleIdx="6" presStyleCnt="7">
        <dgm:presLayoutVars>
          <dgm:chMax val="0"/>
          <dgm:chPref val="0"/>
        </dgm:presLayoutVars>
      </dgm:prSet>
      <dgm:spPr/>
    </dgm:pt>
  </dgm:ptLst>
  <dgm:cxnLst>
    <dgm:cxn modelId="{3F4B6604-E180-4444-A6C9-FCF6AE0E87BD}" type="presOf" srcId="{AD6BB808-5A82-42FD-BCD3-E72FCD4EAE52}" destId="{D81A102B-E9F7-4BD5-AAFB-C3E7B9E6740C}" srcOrd="0" destOrd="0" presId="urn:microsoft.com/office/officeart/2018/2/layout/IconVerticalSolidList"/>
    <dgm:cxn modelId="{2697BC27-D2DA-4743-840D-8A0D1FC3D7A6}" type="presOf" srcId="{7C733DA7-0259-4510-90EF-BA4B7EDDAC07}" destId="{1383CB66-BBD6-479A-82B3-7E86B970B08D}" srcOrd="0" destOrd="0" presId="urn:microsoft.com/office/officeart/2018/2/layout/IconVerticalSolidList"/>
    <dgm:cxn modelId="{12391F30-F5E8-4D92-ACAB-A26205137FDF}" type="presOf" srcId="{D0DAEC02-E74B-4142-A242-6EDAB7288C10}" destId="{56D8A35D-FD49-4B51-B14B-87483235135D}" srcOrd="0" destOrd="0" presId="urn:microsoft.com/office/officeart/2018/2/layout/IconVerticalSolidList"/>
    <dgm:cxn modelId="{C6B90B33-7999-4A78-AB33-F9905517AF90}" srcId="{D0DAEC02-E74B-4142-A242-6EDAB7288C10}" destId="{AD6BB808-5A82-42FD-BCD3-E72FCD4EAE52}" srcOrd="4" destOrd="0" parTransId="{A11FBA74-6316-4217-8F09-E4386D155EF6}" sibTransId="{6D6542E1-AF1B-4408-8AD4-DE5F086D3B3B}"/>
    <dgm:cxn modelId="{A03AB94D-4A65-4AEF-83F5-A7BF3021C411}" srcId="{D0DAEC02-E74B-4142-A242-6EDAB7288C10}" destId="{7C733DA7-0259-4510-90EF-BA4B7EDDAC07}" srcOrd="3" destOrd="0" parTransId="{D7295498-5342-40AE-B66A-8CE732C10669}" sibTransId="{70427A1F-7FDF-4465-BD4C-C5F05C9093B6}"/>
    <dgm:cxn modelId="{28042C77-F270-490A-AA2F-05BA39E14F47}" srcId="{D0DAEC02-E74B-4142-A242-6EDAB7288C10}" destId="{44B84C65-5B6C-4B35-A226-FFFFACCAD353}" srcOrd="5" destOrd="0" parTransId="{A85B5CBD-984A-4DFD-850C-892772003C42}" sibTransId="{01868BAF-C763-4CCB-B6AC-EA4E9B46A3E3}"/>
    <dgm:cxn modelId="{30B43E7A-1D49-4AE1-948C-E4A850F52E0E}" type="presOf" srcId="{E24CCD37-CBE8-435D-9966-1F2293E02C39}" destId="{4CD33147-0630-421A-92D8-E6DA35E6E0AE}" srcOrd="0" destOrd="0" presId="urn:microsoft.com/office/officeart/2018/2/layout/IconVerticalSolidList"/>
    <dgm:cxn modelId="{60693E7D-57D6-4915-B6BE-A3302464B21C}" srcId="{D0DAEC02-E74B-4142-A242-6EDAB7288C10}" destId="{E24CCD37-CBE8-435D-9966-1F2293E02C39}" srcOrd="2" destOrd="0" parTransId="{37EE3A93-A7A0-4F49-B3BD-1C132534A7CB}" sibTransId="{3B1C92AA-E229-4882-BE1A-30419C44F722}"/>
    <dgm:cxn modelId="{125DE48B-D3ED-4754-ADF4-2077EA02B994}" type="presOf" srcId="{6ABC3450-A7E9-4DE5-86F3-7A3D09197F27}" destId="{7B40852C-6A95-4820-9BE7-2EDE07204849}" srcOrd="0" destOrd="0" presId="urn:microsoft.com/office/officeart/2018/2/layout/IconVerticalSolidList"/>
    <dgm:cxn modelId="{0972EAAF-DD34-472A-8296-9199AF11EB67}" type="presOf" srcId="{44B84C65-5B6C-4B35-A226-FFFFACCAD353}" destId="{D55BDAC1-5CA6-48AA-A8BB-2E24727BF5A2}" srcOrd="0" destOrd="0" presId="urn:microsoft.com/office/officeart/2018/2/layout/IconVerticalSolidList"/>
    <dgm:cxn modelId="{A800A2B3-8D17-4503-8B27-51475769D362}" srcId="{D0DAEC02-E74B-4142-A242-6EDAB7288C10}" destId="{6ABC3450-A7E9-4DE5-86F3-7A3D09197F27}" srcOrd="1" destOrd="0" parTransId="{FE1863D4-A5C5-4A83-AD54-D495562CAB74}" sibTransId="{0945A630-7C48-4D6F-A964-7EAD9F3AEBE6}"/>
    <dgm:cxn modelId="{F4CA7DB9-A2FA-4893-8125-0A73C30781E0}" type="presOf" srcId="{93A4D86A-3A01-45A1-BFA1-DBDF9C614763}" destId="{DA62F979-5579-43A7-80E0-462BB62F7F22}" srcOrd="0" destOrd="0" presId="urn:microsoft.com/office/officeart/2018/2/layout/IconVerticalSolidList"/>
    <dgm:cxn modelId="{B1A63BBE-012D-4D6A-BF8E-7CD5FD2F75F0}" type="presOf" srcId="{C891FC13-3FBB-4B02-947D-E18E764E9490}" destId="{128CA871-8F01-4452-822F-2DA5B3F3E440}" srcOrd="0" destOrd="0" presId="urn:microsoft.com/office/officeart/2018/2/layout/IconVerticalSolidList"/>
    <dgm:cxn modelId="{EB5C87D0-6A92-4829-AD1B-6C9FE393574B}" srcId="{D0DAEC02-E74B-4142-A242-6EDAB7288C10}" destId="{93A4D86A-3A01-45A1-BFA1-DBDF9C614763}" srcOrd="0" destOrd="0" parTransId="{2ACCEE7F-0EC8-4A33-BECC-C8294588F657}" sibTransId="{6C7D4081-ABA5-446D-846C-807BC0E193DD}"/>
    <dgm:cxn modelId="{4E5E9DDB-4DDC-4F6D-9C6B-A079C98597A3}" srcId="{D0DAEC02-E74B-4142-A242-6EDAB7288C10}" destId="{C891FC13-3FBB-4B02-947D-E18E764E9490}" srcOrd="6" destOrd="0" parTransId="{070C187A-EDB6-4D13-8A93-FE9744E43C0F}" sibTransId="{C9B07677-6CB0-43AA-8C05-B97234A63B9F}"/>
    <dgm:cxn modelId="{2B521457-7336-4E92-8527-0BC896D85E2A}" type="presParOf" srcId="{56D8A35D-FD49-4B51-B14B-87483235135D}" destId="{4F46A23C-8504-43D0-A0DE-71058F2A6370}" srcOrd="0" destOrd="0" presId="urn:microsoft.com/office/officeart/2018/2/layout/IconVerticalSolidList"/>
    <dgm:cxn modelId="{5AA30BD2-6A91-424E-BC7B-2FF62BA25DA9}" type="presParOf" srcId="{4F46A23C-8504-43D0-A0DE-71058F2A6370}" destId="{671F3BB7-89E6-430C-A2D7-B010492C34FA}" srcOrd="0" destOrd="0" presId="urn:microsoft.com/office/officeart/2018/2/layout/IconVerticalSolidList"/>
    <dgm:cxn modelId="{128F74F2-581C-4D82-8426-4A271D70C7C7}" type="presParOf" srcId="{4F46A23C-8504-43D0-A0DE-71058F2A6370}" destId="{866C1507-A493-4B28-AD1C-A4BA9935FB24}" srcOrd="1" destOrd="0" presId="urn:microsoft.com/office/officeart/2018/2/layout/IconVerticalSolidList"/>
    <dgm:cxn modelId="{3700CEA3-2DE8-42DB-B122-9E4818EEFFC4}" type="presParOf" srcId="{4F46A23C-8504-43D0-A0DE-71058F2A6370}" destId="{C6DBF1CD-8C3C-4974-93E2-19731BFCEFA5}" srcOrd="2" destOrd="0" presId="urn:microsoft.com/office/officeart/2018/2/layout/IconVerticalSolidList"/>
    <dgm:cxn modelId="{A076611D-278C-4B6B-B8E4-F1F7A3A41715}" type="presParOf" srcId="{4F46A23C-8504-43D0-A0DE-71058F2A6370}" destId="{DA62F979-5579-43A7-80E0-462BB62F7F22}" srcOrd="3" destOrd="0" presId="urn:microsoft.com/office/officeart/2018/2/layout/IconVerticalSolidList"/>
    <dgm:cxn modelId="{7FA06233-0092-43F2-845F-428A88C49C40}" type="presParOf" srcId="{56D8A35D-FD49-4B51-B14B-87483235135D}" destId="{DC5DB7F6-DF36-46D3-981C-6E4D4C7D5C93}" srcOrd="1" destOrd="0" presId="urn:microsoft.com/office/officeart/2018/2/layout/IconVerticalSolidList"/>
    <dgm:cxn modelId="{77C61215-5513-4277-8E60-F083D788AB29}" type="presParOf" srcId="{56D8A35D-FD49-4B51-B14B-87483235135D}" destId="{9C8F2668-7E22-4510-B422-AF0AD9BA5BB5}" srcOrd="2" destOrd="0" presId="urn:microsoft.com/office/officeart/2018/2/layout/IconVerticalSolidList"/>
    <dgm:cxn modelId="{3D226CE1-9C0A-41A6-BA6D-42E0B3351BBF}" type="presParOf" srcId="{9C8F2668-7E22-4510-B422-AF0AD9BA5BB5}" destId="{CB8CA728-D019-40DD-B98E-4E2DEABF5AA2}" srcOrd="0" destOrd="0" presId="urn:microsoft.com/office/officeart/2018/2/layout/IconVerticalSolidList"/>
    <dgm:cxn modelId="{12FC383E-F0E5-4A19-80DF-6CA97FA7D1D2}" type="presParOf" srcId="{9C8F2668-7E22-4510-B422-AF0AD9BA5BB5}" destId="{1C97562F-E652-4849-AFC7-137662DD68FA}" srcOrd="1" destOrd="0" presId="urn:microsoft.com/office/officeart/2018/2/layout/IconVerticalSolidList"/>
    <dgm:cxn modelId="{5866CF84-4325-4BEF-A166-BC6E57C312F0}" type="presParOf" srcId="{9C8F2668-7E22-4510-B422-AF0AD9BA5BB5}" destId="{6C67FB34-13D6-4208-ADEE-917F7B6BA7E1}" srcOrd="2" destOrd="0" presId="urn:microsoft.com/office/officeart/2018/2/layout/IconVerticalSolidList"/>
    <dgm:cxn modelId="{8F96B3C9-3F20-48DD-985B-45BAA52A9B09}" type="presParOf" srcId="{9C8F2668-7E22-4510-B422-AF0AD9BA5BB5}" destId="{7B40852C-6A95-4820-9BE7-2EDE07204849}" srcOrd="3" destOrd="0" presId="urn:microsoft.com/office/officeart/2018/2/layout/IconVerticalSolidList"/>
    <dgm:cxn modelId="{31DE9803-ED24-4356-9E9E-01C996FCC024}" type="presParOf" srcId="{56D8A35D-FD49-4B51-B14B-87483235135D}" destId="{EDE30FEB-788F-4BA0-A172-E2105DDAE0A8}" srcOrd="3" destOrd="0" presId="urn:microsoft.com/office/officeart/2018/2/layout/IconVerticalSolidList"/>
    <dgm:cxn modelId="{91BD3792-6F8D-46B5-89A1-0A844D2D34FC}" type="presParOf" srcId="{56D8A35D-FD49-4B51-B14B-87483235135D}" destId="{97FCF770-BCCA-42E9-84FC-468DB99A4B9B}" srcOrd="4" destOrd="0" presId="urn:microsoft.com/office/officeart/2018/2/layout/IconVerticalSolidList"/>
    <dgm:cxn modelId="{619D190C-A8F6-40BB-9D19-4CD92B010983}" type="presParOf" srcId="{97FCF770-BCCA-42E9-84FC-468DB99A4B9B}" destId="{DB1E0A2C-B9BF-4FD3-A9EF-ABD4BFD4171C}" srcOrd="0" destOrd="0" presId="urn:microsoft.com/office/officeart/2018/2/layout/IconVerticalSolidList"/>
    <dgm:cxn modelId="{00C0E20E-4938-4E41-8A8B-B95C00BA7FC0}" type="presParOf" srcId="{97FCF770-BCCA-42E9-84FC-468DB99A4B9B}" destId="{408AAD11-6E73-4DFB-82AA-D2250B4EEBFF}" srcOrd="1" destOrd="0" presId="urn:microsoft.com/office/officeart/2018/2/layout/IconVerticalSolidList"/>
    <dgm:cxn modelId="{BEEC53AA-96C2-4439-AE01-11E3E96CD6C4}" type="presParOf" srcId="{97FCF770-BCCA-42E9-84FC-468DB99A4B9B}" destId="{E0DFD969-77A9-440D-904B-3D2BDCD885C6}" srcOrd="2" destOrd="0" presId="urn:microsoft.com/office/officeart/2018/2/layout/IconVerticalSolidList"/>
    <dgm:cxn modelId="{E3D3CF1D-43F2-47F8-8A15-36A6E1E97EAB}" type="presParOf" srcId="{97FCF770-BCCA-42E9-84FC-468DB99A4B9B}" destId="{4CD33147-0630-421A-92D8-E6DA35E6E0AE}" srcOrd="3" destOrd="0" presId="urn:microsoft.com/office/officeart/2018/2/layout/IconVerticalSolidList"/>
    <dgm:cxn modelId="{00BE3F3A-CCE9-42CE-97A7-D228175A598E}" type="presParOf" srcId="{56D8A35D-FD49-4B51-B14B-87483235135D}" destId="{3899A468-7AF5-4251-989F-C11C8A6E7C67}" srcOrd="5" destOrd="0" presId="urn:microsoft.com/office/officeart/2018/2/layout/IconVerticalSolidList"/>
    <dgm:cxn modelId="{8D071B88-99EE-456E-9952-8EDA57DC8749}" type="presParOf" srcId="{56D8A35D-FD49-4B51-B14B-87483235135D}" destId="{E2C2B6D9-ABA1-45D0-A2F2-25C20ACB4FF7}" srcOrd="6" destOrd="0" presId="urn:microsoft.com/office/officeart/2018/2/layout/IconVerticalSolidList"/>
    <dgm:cxn modelId="{5CFAC4CB-D828-4EA7-A958-5BE8E4360701}" type="presParOf" srcId="{E2C2B6D9-ABA1-45D0-A2F2-25C20ACB4FF7}" destId="{6976C65D-D48E-4294-85C9-AFEB1A17B9C4}" srcOrd="0" destOrd="0" presId="urn:microsoft.com/office/officeart/2018/2/layout/IconVerticalSolidList"/>
    <dgm:cxn modelId="{C4F9B506-847B-4D24-87D7-5E219A688664}" type="presParOf" srcId="{E2C2B6D9-ABA1-45D0-A2F2-25C20ACB4FF7}" destId="{F4240C31-E6B9-4B16-B77A-064F314C2EDB}" srcOrd="1" destOrd="0" presId="urn:microsoft.com/office/officeart/2018/2/layout/IconVerticalSolidList"/>
    <dgm:cxn modelId="{00D6818C-B0CD-4EE7-B4F5-80A7C48C2550}" type="presParOf" srcId="{E2C2B6D9-ABA1-45D0-A2F2-25C20ACB4FF7}" destId="{B783E0B9-D833-4BE7-B5F8-52B4B8A0431C}" srcOrd="2" destOrd="0" presId="urn:microsoft.com/office/officeart/2018/2/layout/IconVerticalSolidList"/>
    <dgm:cxn modelId="{774EA220-A9E7-424D-96F2-2138BBF46077}" type="presParOf" srcId="{E2C2B6D9-ABA1-45D0-A2F2-25C20ACB4FF7}" destId="{1383CB66-BBD6-479A-82B3-7E86B970B08D}" srcOrd="3" destOrd="0" presId="urn:microsoft.com/office/officeart/2018/2/layout/IconVerticalSolidList"/>
    <dgm:cxn modelId="{FCA37E2E-968E-4D7D-B83A-622D46866EF6}" type="presParOf" srcId="{56D8A35D-FD49-4B51-B14B-87483235135D}" destId="{5C26B66D-A52A-47CE-AA64-240DB568A0C6}" srcOrd="7" destOrd="0" presId="urn:microsoft.com/office/officeart/2018/2/layout/IconVerticalSolidList"/>
    <dgm:cxn modelId="{15BCD10A-275D-479F-9FA0-36DC49AA354E}" type="presParOf" srcId="{56D8A35D-FD49-4B51-B14B-87483235135D}" destId="{A9A59264-C170-4F65-BC97-BC72A72E5F3C}" srcOrd="8" destOrd="0" presId="urn:microsoft.com/office/officeart/2018/2/layout/IconVerticalSolidList"/>
    <dgm:cxn modelId="{A76622BB-CBA5-4A58-9BD4-4E6D007C9A0B}" type="presParOf" srcId="{A9A59264-C170-4F65-BC97-BC72A72E5F3C}" destId="{85233D7A-E663-434C-95D3-9B4D967332C9}" srcOrd="0" destOrd="0" presId="urn:microsoft.com/office/officeart/2018/2/layout/IconVerticalSolidList"/>
    <dgm:cxn modelId="{2E778D66-48AF-401D-9D79-65F5FD4AC71F}" type="presParOf" srcId="{A9A59264-C170-4F65-BC97-BC72A72E5F3C}" destId="{7993E770-9C5A-4CEA-8512-A08C504C7BE9}" srcOrd="1" destOrd="0" presId="urn:microsoft.com/office/officeart/2018/2/layout/IconVerticalSolidList"/>
    <dgm:cxn modelId="{37FCADB5-70A4-4BAE-88AE-46DED38A2B10}" type="presParOf" srcId="{A9A59264-C170-4F65-BC97-BC72A72E5F3C}" destId="{1912FF9D-70AB-41D5-A7FE-B127558B9BA1}" srcOrd="2" destOrd="0" presId="urn:microsoft.com/office/officeart/2018/2/layout/IconVerticalSolidList"/>
    <dgm:cxn modelId="{79A29A69-495D-49F8-8E8B-66D0987DF9B6}" type="presParOf" srcId="{A9A59264-C170-4F65-BC97-BC72A72E5F3C}" destId="{D81A102B-E9F7-4BD5-AAFB-C3E7B9E6740C}" srcOrd="3" destOrd="0" presId="urn:microsoft.com/office/officeart/2018/2/layout/IconVerticalSolidList"/>
    <dgm:cxn modelId="{C075CE2A-B631-4A8D-83A5-9BCCCDDAB030}" type="presParOf" srcId="{56D8A35D-FD49-4B51-B14B-87483235135D}" destId="{49636830-49FE-44DB-9B08-01DD688E9A55}" srcOrd="9" destOrd="0" presId="urn:microsoft.com/office/officeart/2018/2/layout/IconVerticalSolidList"/>
    <dgm:cxn modelId="{3891F80C-C74B-4A5B-8325-D048BFD0B678}" type="presParOf" srcId="{56D8A35D-FD49-4B51-B14B-87483235135D}" destId="{FA2022CE-C6E8-4EB0-983F-56B656293844}" srcOrd="10" destOrd="0" presId="urn:microsoft.com/office/officeart/2018/2/layout/IconVerticalSolidList"/>
    <dgm:cxn modelId="{D6815F32-5302-45DD-B106-7CC5DBA5D091}" type="presParOf" srcId="{FA2022CE-C6E8-4EB0-983F-56B656293844}" destId="{A99F5B77-113C-450F-879E-C9F01546707E}" srcOrd="0" destOrd="0" presId="urn:microsoft.com/office/officeart/2018/2/layout/IconVerticalSolidList"/>
    <dgm:cxn modelId="{165CAACB-69E3-463E-AE02-0A83E7355AAF}" type="presParOf" srcId="{FA2022CE-C6E8-4EB0-983F-56B656293844}" destId="{B3478143-B7A7-4014-BEEE-63431E5C411C}" srcOrd="1" destOrd="0" presId="urn:microsoft.com/office/officeart/2018/2/layout/IconVerticalSolidList"/>
    <dgm:cxn modelId="{01BF6092-B4DF-4A31-8769-A3C65D045BA6}" type="presParOf" srcId="{FA2022CE-C6E8-4EB0-983F-56B656293844}" destId="{5924C8EC-F471-4BA1-B10E-5EBE694C6BFE}" srcOrd="2" destOrd="0" presId="urn:microsoft.com/office/officeart/2018/2/layout/IconVerticalSolidList"/>
    <dgm:cxn modelId="{1EC2D130-05D4-47B7-8246-B987D63EA593}" type="presParOf" srcId="{FA2022CE-C6E8-4EB0-983F-56B656293844}" destId="{D55BDAC1-5CA6-48AA-A8BB-2E24727BF5A2}" srcOrd="3" destOrd="0" presId="urn:microsoft.com/office/officeart/2018/2/layout/IconVerticalSolidList"/>
    <dgm:cxn modelId="{D6D05BB5-944D-40C7-A7A6-6B218E0CEABD}" type="presParOf" srcId="{56D8A35D-FD49-4B51-B14B-87483235135D}" destId="{2941FF74-90B4-45A9-9022-342EFEC74086}" srcOrd="11" destOrd="0" presId="urn:microsoft.com/office/officeart/2018/2/layout/IconVerticalSolidList"/>
    <dgm:cxn modelId="{5BDB589D-DA7F-4564-9A0F-90285CC476EC}" type="presParOf" srcId="{56D8A35D-FD49-4B51-B14B-87483235135D}" destId="{E9D76254-626F-4CED-8F9C-D914D9C3F37A}" srcOrd="12" destOrd="0" presId="urn:microsoft.com/office/officeart/2018/2/layout/IconVerticalSolidList"/>
    <dgm:cxn modelId="{526871C2-F2C4-45C3-8D3A-9992F2D41781}" type="presParOf" srcId="{E9D76254-626F-4CED-8F9C-D914D9C3F37A}" destId="{65D6C4F8-FFC2-4B21-A65E-5FB5252AA3EC}" srcOrd="0" destOrd="0" presId="urn:microsoft.com/office/officeart/2018/2/layout/IconVerticalSolidList"/>
    <dgm:cxn modelId="{AB906336-42B1-4674-9366-E1D442A27B6F}" type="presParOf" srcId="{E9D76254-626F-4CED-8F9C-D914D9C3F37A}" destId="{8187D465-4D3B-4416-B132-5BB5127C515E}" srcOrd="1" destOrd="0" presId="urn:microsoft.com/office/officeart/2018/2/layout/IconVerticalSolidList"/>
    <dgm:cxn modelId="{575CECD4-2CF7-43F8-A44A-BA173FF282DA}" type="presParOf" srcId="{E9D76254-626F-4CED-8F9C-D914D9C3F37A}" destId="{A2E2AE8C-34B0-472D-A246-F5FCD17C8182}" srcOrd="2" destOrd="0" presId="urn:microsoft.com/office/officeart/2018/2/layout/IconVerticalSolidList"/>
    <dgm:cxn modelId="{3B55E4DB-0910-4B3E-B3C3-BD14F661BA5D}" type="presParOf" srcId="{E9D76254-626F-4CED-8F9C-D914D9C3F37A}" destId="{128CA871-8F01-4452-822F-2DA5B3F3E44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E353D8-C7C8-4AE6-95E8-9D628543D40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065B7B8-F569-4E8A-A10D-02A6B49216F3}">
      <dgm:prSet/>
      <dgm:spPr/>
      <dgm:t>
        <a:bodyPr/>
        <a:lstStyle/>
        <a:p>
          <a:pPr>
            <a:defRPr b="1"/>
          </a:pPr>
          <a:r>
            <a:rPr lang="en-GB"/>
            <a:t>Upstream : a platform to assist with bed planning</a:t>
          </a:r>
          <a:endParaRPr lang="en-US"/>
        </a:p>
      </dgm:t>
    </dgm:pt>
    <dgm:pt modelId="{212B2699-295E-4684-B3CA-A0EF6A3DC12B}" type="parTrans" cxnId="{FB97C5AD-1A19-49CE-A7C7-2D9A48BDA124}">
      <dgm:prSet/>
      <dgm:spPr/>
      <dgm:t>
        <a:bodyPr/>
        <a:lstStyle/>
        <a:p>
          <a:endParaRPr lang="en-US"/>
        </a:p>
      </dgm:t>
    </dgm:pt>
    <dgm:pt modelId="{A78D43BA-150D-418C-8FB9-769F493805CE}" type="sibTrans" cxnId="{FB97C5AD-1A19-49CE-A7C7-2D9A48BDA124}">
      <dgm:prSet/>
      <dgm:spPr/>
      <dgm:t>
        <a:bodyPr/>
        <a:lstStyle/>
        <a:p>
          <a:endParaRPr lang="en-US"/>
        </a:p>
      </dgm:t>
    </dgm:pt>
    <dgm:pt modelId="{531D6E24-1538-49B7-B555-493A9D3F417E}">
      <dgm:prSet/>
      <dgm:spPr/>
      <dgm:t>
        <a:bodyPr/>
        <a:lstStyle/>
        <a:p>
          <a:r>
            <a:rPr lang="en-GB"/>
            <a:t>The most promising solution for the hospital =&gt; our focus in the project </a:t>
          </a:r>
          <a:endParaRPr lang="en-US">
            <a:latin typeface="Calibri Light" panose="020F0302020204030204"/>
          </a:endParaRPr>
        </a:p>
      </dgm:t>
    </dgm:pt>
    <dgm:pt modelId="{AD11DE2D-9135-4A73-95CC-797C76D02E6A}" type="parTrans" cxnId="{3F82CF22-0E02-4353-82C6-25096726818F}">
      <dgm:prSet/>
      <dgm:spPr/>
      <dgm:t>
        <a:bodyPr/>
        <a:lstStyle/>
        <a:p>
          <a:endParaRPr lang="en-US"/>
        </a:p>
      </dgm:t>
    </dgm:pt>
    <dgm:pt modelId="{40E56D8B-1118-40B5-82A9-54862C94DB8C}" type="sibTrans" cxnId="{3F82CF22-0E02-4353-82C6-25096726818F}">
      <dgm:prSet/>
      <dgm:spPr/>
      <dgm:t>
        <a:bodyPr/>
        <a:lstStyle/>
        <a:p>
          <a:endParaRPr lang="en-US"/>
        </a:p>
      </dgm:t>
    </dgm:pt>
    <dgm:pt modelId="{D9EE72BE-E1A8-4886-9E1A-861F3F504D59}">
      <dgm:prSet/>
      <dgm:spPr/>
      <dgm:t>
        <a:bodyPr/>
        <a:lstStyle/>
        <a:p>
          <a:r>
            <a:rPr lang="en-GB"/>
            <a:t>Several iterations with various feedback from staff </a:t>
          </a:r>
          <a:endParaRPr lang="en-US">
            <a:latin typeface="Calibri Light" panose="020F0302020204030204"/>
          </a:endParaRPr>
        </a:p>
      </dgm:t>
    </dgm:pt>
    <dgm:pt modelId="{B0D5C5B5-CADA-41D7-B70D-27DF832C745E}" type="parTrans" cxnId="{A7E39E4F-8C6D-4EF5-94CC-4B63D3878000}">
      <dgm:prSet/>
      <dgm:spPr/>
      <dgm:t>
        <a:bodyPr/>
        <a:lstStyle/>
        <a:p>
          <a:endParaRPr lang="en-US"/>
        </a:p>
      </dgm:t>
    </dgm:pt>
    <dgm:pt modelId="{42F59521-E605-4A8F-AE5A-BA5A2C33B86F}" type="sibTrans" cxnId="{A7E39E4F-8C6D-4EF5-94CC-4B63D3878000}">
      <dgm:prSet/>
      <dgm:spPr/>
      <dgm:t>
        <a:bodyPr/>
        <a:lstStyle/>
        <a:p>
          <a:endParaRPr lang="en-US"/>
        </a:p>
      </dgm:t>
    </dgm:pt>
    <dgm:pt modelId="{57FFC797-C1DA-4B75-9176-86508191BF58}">
      <dgm:prSet/>
      <dgm:spPr/>
      <dgm:t>
        <a:bodyPr/>
        <a:lstStyle/>
        <a:p>
          <a:r>
            <a:rPr lang="en-GB"/>
            <a:t>Final version:</a:t>
          </a:r>
          <a:r>
            <a:rPr lang="en-GB">
              <a:latin typeface="Calibri Light" panose="020F0302020204030204"/>
            </a:rPr>
            <a:t> </a:t>
          </a:r>
          <a:r>
            <a:rPr lang="fr-BE" b="1" u="sng">
              <a:hlinkClick xmlns:r="http://schemas.openxmlformats.org/officeDocument/2006/relationships" r:id="rId1"/>
            </a:rPr>
            <a:t>https://lord-melflam.github.io/saint-luc-bouges-g6-upstream-prototypes/</a:t>
          </a:r>
          <a:endParaRPr lang="en-US"/>
        </a:p>
      </dgm:t>
    </dgm:pt>
    <dgm:pt modelId="{07236AA4-AA1D-46A0-98CE-13F9A6D5AC35}" type="parTrans" cxnId="{051C9841-C1E3-422C-B640-5ACB18EF1851}">
      <dgm:prSet/>
      <dgm:spPr/>
      <dgm:t>
        <a:bodyPr/>
        <a:lstStyle/>
        <a:p>
          <a:endParaRPr lang="en-US"/>
        </a:p>
      </dgm:t>
    </dgm:pt>
    <dgm:pt modelId="{13FE8B96-1AED-41A4-9954-A5FE53300339}" type="sibTrans" cxnId="{051C9841-C1E3-422C-B640-5ACB18EF1851}">
      <dgm:prSet/>
      <dgm:spPr/>
      <dgm:t>
        <a:bodyPr/>
        <a:lstStyle/>
        <a:p>
          <a:endParaRPr lang="en-US"/>
        </a:p>
      </dgm:t>
    </dgm:pt>
    <dgm:pt modelId="{E6DFB442-59D0-4A95-9CB6-2E41CEE44DC8}">
      <dgm:prSet/>
      <dgm:spPr/>
      <dgm:t>
        <a:bodyPr/>
        <a:lstStyle/>
        <a:p>
          <a:pPr>
            <a:defRPr b="1"/>
          </a:pPr>
          <a:r>
            <a:rPr lang="en-GB"/>
            <a:t>During : During: Document detailing a training program </a:t>
          </a:r>
          <a:endParaRPr lang="en-US"/>
        </a:p>
      </dgm:t>
    </dgm:pt>
    <dgm:pt modelId="{DE0A3F13-580B-4E96-B77C-507FDD8ED9DC}" type="parTrans" cxnId="{69C778C0-A8FF-430C-BA37-5AD1CC21F854}">
      <dgm:prSet/>
      <dgm:spPr/>
      <dgm:t>
        <a:bodyPr/>
        <a:lstStyle/>
        <a:p>
          <a:endParaRPr lang="en-US"/>
        </a:p>
      </dgm:t>
    </dgm:pt>
    <dgm:pt modelId="{8BCBD299-76B7-4AA3-9D65-56BCA993A46C}" type="sibTrans" cxnId="{69C778C0-A8FF-430C-BA37-5AD1CC21F854}">
      <dgm:prSet/>
      <dgm:spPr/>
      <dgm:t>
        <a:bodyPr/>
        <a:lstStyle/>
        <a:p>
          <a:endParaRPr lang="en-US"/>
        </a:p>
      </dgm:t>
    </dgm:pt>
    <dgm:pt modelId="{933424A6-5D97-453F-81B3-866AC2C6F1E9}">
      <dgm:prSet/>
      <dgm:spPr/>
      <dgm:t>
        <a:bodyPr/>
        <a:lstStyle/>
        <a:p>
          <a:pPr>
            <a:defRPr b="1"/>
          </a:pPr>
          <a:r>
            <a:rPr lang="en-GB"/>
            <a:t>Downstream : Post-discharge waiting room </a:t>
          </a:r>
          <a:endParaRPr lang="en-US"/>
        </a:p>
      </dgm:t>
    </dgm:pt>
    <dgm:pt modelId="{8DA50645-1EB0-47D0-B4AF-C43C2B0EA555}" type="parTrans" cxnId="{2E7692EF-67EA-4B17-8710-121BC613198A}">
      <dgm:prSet/>
      <dgm:spPr/>
      <dgm:t>
        <a:bodyPr/>
        <a:lstStyle/>
        <a:p>
          <a:endParaRPr lang="en-US"/>
        </a:p>
      </dgm:t>
    </dgm:pt>
    <dgm:pt modelId="{42FD8996-DA39-4366-A970-B73B6E70C40C}" type="sibTrans" cxnId="{2E7692EF-67EA-4B17-8710-121BC613198A}">
      <dgm:prSet/>
      <dgm:spPr/>
      <dgm:t>
        <a:bodyPr/>
        <a:lstStyle/>
        <a:p>
          <a:endParaRPr lang="en-US"/>
        </a:p>
      </dgm:t>
    </dgm:pt>
    <dgm:pt modelId="{9266577C-56A5-44A9-8E61-21C4F8C1CE71}">
      <dgm:prSet/>
      <dgm:spPr/>
      <dgm:t>
        <a:bodyPr/>
        <a:lstStyle/>
        <a:p>
          <a:r>
            <a:rPr lang="en-GB"/>
            <a:t>Insufficient budget</a:t>
          </a:r>
          <a:endParaRPr lang="en-US"/>
        </a:p>
      </dgm:t>
    </dgm:pt>
    <dgm:pt modelId="{CD2E36D3-D3E2-4E6E-A893-3D82670E0148}" type="parTrans" cxnId="{C476C763-3C53-47CB-9B87-27D1E14B4503}">
      <dgm:prSet/>
      <dgm:spPr/>
      <dgm:t>
        <a:bodyPr/>
        <a:lstStyle/>
        <a:p>
          <a:endParaRPr lang="en-US"/>
        </a:p>
      </dgm:t>
    </dgm:pt>
    <dgm:pt modelId="{10161CD8-59B2-47C0-A10A-076598075E96}" type="sibTrans" cxnId="{C476C763-3C53-47CB-9B87-27D1E14B4503}">
      <dgm:prSet/>
      <dgm:spPr/>
      <dgm:t>
        <a:bodyPr/>
        <a:lstStyle/>
        <a:p>
          <a:endParaRPr lang="en-US"/>
        </a:p>
      </dgm:t>
    </dgm:pt>
    <dgm:pt modelId="{92180E49-6E3D-4179-BC87-860E9834CF6A}" type="pres">
      <dgm:prSet presAssocID="{6EE353D8-C7C8-4AE6-95E8-9D628543D402}" presName="linear" presStyleCnt="0">
        <dgm:presLayoutVars>
          <dgm:dir/>
          <dgm:animLvl val="lvl"/>
          <dgm:resizeHandles val="exact"/>
        </dgm:presLayoutVars>
      </dgm:prSet>
      <dgm:spPr/>
    </dgm:pt>
    <dgm:pt modelId="{FD101500-16F1-4DBD-92A4-FF5150F659F2}" type="pres">
      <dgm:prSet presAssocID="{6065B7B8-F569-4E8A-A10D-02A6B49216F3}" presName="parentLin" presStyleCnt="0"/>
      <dgm:spPr/>
    </dgm:pt>
    <dgm:pt modelId="{63F149D6-5BB9-4223-BADC-EB37B490BE2D}" type="pres">
      <dgm:prSet presAssocID="{6065B7B8-F569-4E8A-A10D-02A6B49216F3}" presName="parentLeftMargin" presStyleLbl="node1" presStyleIdx="0" presStyleCnt="3"/>
      <dgm:spPr/>
    </dgm:pt>
    <dgm:pt modelId="{195FFA62-634E-47DA-9533-385C3AA3FC74}" type="pres">
      <dgm:prSet presAssocID="{6065B7B8-F569-4E8A-A10D-02A6B49216F3}" presName="parentText" presStyleLbl="node1" presStyleIdx="0" presStyleCnt="3">
        <dgm:presLayoutVars>
          <dgm:chMax val="0"/>
          <dgm:bulletEnabled val="1"/>
        </dgm:presLayoutVars>
      </dgm:prSet>
      <dgm:spPr/>
    </dgm:pt>
    <dgm:pt modelId="{C04CE041-914F-45CB-A5E0-5E95AE354F4C}" type="pres">
      <dgm:prSet presAssocID="{6065B7B8-F569-4E8A-A10D-02A6B49216F3}" presName="negativeSpace" presStyleCnt="0"/>
      <dgm:spPr/>
    </dgm:pt>
    <dgm:pt modelId="{6AF6A43A-9108-443E-A5A6-B8869CE7732D}" type="pres">
      <dgm:prSet presAssocID="{6065B7B8-F569-4E8A-A10D-02A6B49216F3}" presName="childText" presStyleLbl="conFgAcc1" presStyleIdx="0" presStyleCnt="3">
        <dgm:presLayoutVars>
          <dgm:bulletEnabled val="1"/>
        </dgm:presLayoutVars>
      </dgm:prSet>
      <dgm:spPr/>
    </dgm:pt>
    <dgm:pt modelId="{8F2FB0EA-F8E1-4886-AE5A-D65201263312}" type="pres">
      <dgm:prSet presAssocID="{A78D43BA-150D-418C-8FB9-769F493805CE}" presName="spaceBetweenRectangles" presStyleCnt="0"/>
      <dgm:spPr/>
    </dgm:pt>
    <dgm:pt modelId="{1D7EE5A2-5ACD-47E7-A75F-651096059AC7}" type="pres">
      <dgm:prSet presAssocID="{E6DFB442-59D0-4A95-9CB6-2E41CEE44DC8}" presName="parentLin" presStyleCnt="0"/>
      <dgm:spPr/>
    </dgm:pt>
    <dgm:pt modelId="{2FDC325E-F207-4208-801C-2345746DD6CA}" type="pres">
      <dgm:prSet presAssocID="{E6DFB442-59D0-4A95-9CB6-2E41CEE44DC8}" presName="parentLeftMargin" presStyleLbl="node1" presStyleIdx="0" presStyleCnt="3"/>
      <dgm:spPr/>
    </dgm:pt>
    <dgm:pt modelId="{6C6BAE41-A809-4B8D-A928-6C7DAA0E8A71}" type="pres">
      <dgm:prSet presAssocID="{E6DFB442-59D0-4A95-9CB6-2E41CEE44DC8}" presName="parentText" presStyleLbl="node1" presStyleIdx="1" presStyleCnt="3">
        <dgm:presLayoutVars>
          <dgm:chMax val="0"/>
          <dgm:bulletEnabled val="1"/>
        </dgm:presLayoutVars>
      </dgm:prSet>
      <dgm:spPr/>
    </dgm:pt>
    <dgm:pt modelId="{4FE428DE-B5EB-40ED-B386-18DFB98953DE}" type="pres">
      <dgm:prSet presAssocID="{E6DFB442-59D0-4A95-9CB6-2E41CEE44DC8}" presName="negativeSpace" presStyleCnt="0"/>
      <dgm:spPr/>
    </dgm:pt>
    <dgm:pt modelId="{2F3E625E-3D58-439D-B1D4-EA193FE39380}" type="pres">
      <dgm:prSet presAssocID="{E6DFB442-59D0-4A95-9CB6-2E41CEE44DC8}" presName="childText" presStyleLbl="conFgAcc1" presStyleIdx="1" presStyleCnt="3">
        <dgm:presLayoutVars>
          <dgm:bulletEnabled val="1"/>
        </dgm:presLayoutVars>
      </dgm:prSet>
      <dgm:spPr/>
    </dgm:pt>
    <dgm:pt modelId="{9E877AA2-8C9A-4C64-82C8-C1B4AAF1BF4E}" type="pres">
      <dgm:prSet presAssocID="{8BCBD299-76B7-4AA3-9D65-56BCA993A46C}" presName="spaceBetweenRectangles" presStyleCnt="0"/>
      <dgm:spPr/>
    </dgm:pt>
    <dgm:pt modelId="{FB8C0D2A-B0D3-4D5C-AFB5-916FFCCBACB7}" type="pres">
      <dgm:prSet presAssocID="{933424A6-5D97-453F-81B3-866AC2C6F1E9}" presName="parentLin" presStyleCnt="0"/>
      <dgm:spPr/>
    </dgm:pt>
    <dgm:pt modelId="{20C7B63F-A0E7-4A13-A30E-A773D9D39669}" type="pres">
      <dgm:prSet presAssocID="{933424A6-5D97-453F-81B3-866AC2C6F1E9}" presName="parentLeftMargin" presStyleLbl="node1" presStyleIdx="1" presStyleCnt="3"/>
      <dgm:spPr/>
    </dgm:pt>
    <dgm:pt modelId="{19E3861C-DFB3-46ED-BA7E-FB37634EAD25}" type="pres">
      <dgm:prSet presAssocID="{933424A6-5D97-453F-81B3-866AC2C6F1E9}" presName="parentText" presStyleLbl="node1" presStyleIdx="2" presStyleCnt="3">
        <dgm:presLayoutVars>
          <dgm:chMax val="0"/>
          <dgm:bulletEnabled val="1"/>
        </dgm:presLayoutVars>
      </dgm:prSet>
      <dgm:spPr/>
    </dgm:pt>
    <dgm:pt modelId="{CD1160BE-C7B0-4A6B-82B0-BD626390F85E}" type="pres">
      <dgm:prSet presAssocID="{933424A6-5D97-453F-81B3-866AC2C6F1E9}" presName="negativeSpace" presStyleCnt="0"/>
      <dgm:spPr/>
    </dgm:pt>
    <dgm:pt modelId="{B19B77D0-E921-4102-A250-CAFCCE73A85E}" type="pres">
      <dgm:prSet presAssocID="{933424A6-5D97-453F-81B3-866AC2C6F1E9}" presName="childText" presStyleLbl="conFgAcc1" presStyleIdx="2" presStyleCnt="3">
        <dgm:presLayoutVars>
          <dgm:bulletEnabled val="1"/>
        </dgm:presLayoutVars>
      </dgm:prSet>
      <dgm:spPr/>
    </dgm:pt>
  </dgm:ptLst>
  <dgm:cxnLst>
    <dgm:cxn modelId="{9E6CD00A-4000-4B4C-BB8D-01AFCA50879B}" type="presOf" srcId="{6EE353D8-C7C8-4AE6-95E8-9D628543D402}" destId="{92180E49-6E3D-4179-BC87-860E9834CF6A}" srcOrd="0" destOrd="0" presId="urn:microsoft.com/office/officeart/2005/8/layout/list1"/>
    <dgm:cxn modelId="{062B6A14-5220-4002-A921-128C7CE08851}" type="presOf" srcId="{9266577C-56A5-44A9-8E61-21C4F8C1CE71}" destId="{B19B77D0-E921-4102-A250-CAFCCE73A85E}" srcOrd="0" destOrd="0" presId="urn:microsoft.com/office/officeart/2005/8/layout/list1"/>
    <dgm:cxn modelId="{A2C64920-26E1-4778-8D14-6A39A28ECDAC}" type="presOf" srcId="{E6DFB442-59D0-4A95-9CB6-2E41CEE44DC8}" destId="{6C6BAE41-A809-4B8D-A928-6C7DAA0E8A71}" srcOrd="1" destOrd="0" presId="urn:microsoft.com/office/officeart/2005/8/layout/list1"/>
    <dgm:cxn modelId="{3F82CF22-0E02-4353-82C6-25096726818F}" srcId="{6065B7B8-F569-4E8A-A10D-02A6B49216F3}" destId="{531D6E24-1538-49B7-B555-493A9D3F417E}" srcOrd="0" destOrd="0" parTransId="{AD11DE2D-9135-4A73-95CC-797C76D02E6A}" sibTransId="{40E56D8B-1118-40B5-82A9-54862C94DB8C}"/>
    <dgm:cxn modelId="{4C4CCA27-1FDF-4C29-AE9D-623130D20996}" type="presOf" srcId="{D9EE72BE-E1A8-4886-9E1A-861F3F504D59}" destId="{6AF6A43A-9108-443E-A5A6-B8869CE7732D}" srcOrd="0" destOrd="1" presId="urn:microsoft.com/office/officeart/2005/8/layout/list1"/>
    <dgm:cxn modelId="{3BC99E37-3E8D-4C6E-9BD0-31711B9A5E6D}" type="presOf" srcId="{933424A6-5D97-453F-81B3-866AC2C6F1E9}" destId="{19E3861C-DFB3-46ED-BA7E-FB37634EAD25}" srcOrd="1" destOrd="0" presId="urn:microsoft.com/office/officeart/2005/8/layout/list1"/>
    <dgm:cxn modelId="{ECFCD73B-3810-455D-BDB9-7B96ED8762D0}" type="presOf" srcId="{6065B7B8-F569-4E8A-A10D-02A6B49216F3}" destId="{63F149D6-5BB9-4223-BADC-EB37B490BE2D}" srcOrd="0" destOrd="0" presId="urn:microsoft.com/office/officeart/2005/8/layout/list1"/>
    <dgm:cxn modelId="{69E9413F-F020-44C9-9065-D08B3EB97B09}" type="presOf" srcId="{E6DFB442-59D0-4A95-9CB6-2E41CEE44DC8}" destId="{2FDC325E-F207-4208-801C-2345746DD6CA}" srcOrd="0" destOrd="0" presId="urn:microsoft.com/office/officeart/2005/8/layout/list1"/>
    <dgm:cxn modelId="{2E8B185D-49DD-4152-8965-4D20E5284A36}" type="presOf" srcId="{933424A6-5D97-453F-81B3-866AC2C6F1E9}" destId="{20C7B63F-A0E7-4A13-A30E-A773D9D39669}" srcOrd="0" destOrd="0" presId="urn:microsoft.com/office/officeart/2005/8/layout/list1"/>
    <dgm:cxn modelId="{051C9841-C1E3-422C-B640-5ACB18EF1851}" srcId="{6065B7B8-F569-4E8A-A10D-02A6B49216F3}" destId="{57FFC797-C1DA-4B75-9176-86508191BF58}" srcOrd="2" destOrd="0" parTransId="{07236AA4-AA1D-46A0-98CE-13F9A6D5AC35}" sibTransId="{13FE8B96-1AED-41A4-9954-A5FE53300339}"/>
    <dgm:cxn modelId="{C476C763-3C53-47CB-9B87-27D1E14B4503}" srcId="{933424A6-5D97-453F-81B3-866AC2C6F1E9}" destId="{9266577C-56A5-44A9-8E61-21C4F8C1CE71}" srcOrd="0" destOrd="0" parTransId="{CD2E36D3-D3E2-4E6E-A893-3D82670E0148}" sibTransId="{10161CD8-59B2-47C0-A10A-076598075E96}"/>
    <dgm:cxn modelId="{A7E39E4F-8C6D-4EF5-94CC-4B63D3878000}" srcId="{6065B7B8-F569-4E8A-A10D-02A6B49216F3}" destId="{D9EE72BE-E1A8-4886-9E1A-861F3F504D59}" srcOrd="1" destOrd="0" parTransId="{B0D5C5B5-CADA-41D7-B70D-27DF832C745E}" sibTransId="{42F59521-E605-4A8F-AE5A-BA5A2C33B86F}"/>
    <dgm:cxn modelId="{D8F7BF75-1974-4E15-BE71-B6FB9F4AFE17}" type="presOf" srcId="{57FFC797-C1DA-4B75-9176-86508191BF58}" destId="{6AF6A43A-9108-443E-A5A6-B8869CE7732D}" srcOrd="0" destOrd="2" presId="urn:microsoft.com/office/officeart/2005/8/layout/list1"/>
    <dgm:cxn modelId="{BF6F497E-5109-4284-BE5B-5BAEA32107E3}" type="presOf" srcId="{6065B7B8-F569-4E8A-A10D-02A6B49216F3}" destId="{195FFA62-634E-47DA-9533-385C3AA3FC74}" srcOrd="1" destOrd="0" presId="urn:microsoft.com/office/officeart/2005/8/layout/list1"/>
    <dgm:cxn modelId="{FB97C5AD-1A19-49CE-A7C7-2D9A48BDA124}" srcId="{6EE353D8-C7C8-4AE6-95E8-9D628543D402}" destId="{6065B7B8-F569-4E8A-A10D-02A6B49216F3}" srcOrd="0" destOrd="0" parTransId="{212B2699-295E-4684-B3CA-A0EF6A3DC12B}" sibTransId="{A78D43BA-150D-418C-8FB9-769F493805CE}"/>
    <dgm:cxn modelId="{69C778C0-A8FF-430C-BA37-5AD1CC21F854}" srcId="{6EE353D8-C7C8-4AE6-95E8-9D628543D402}" destId="{E6DFB442-59D0-4A95-9CB6-2E41CEE44DC8}" srcOrd="1" destOrd="0" parTransId="{DE0A3F13-580B-4E96-B77C-507FDD8ED9DC}" sibTransId="{8BCBD299-76B7-4AA3-9D65-56BCA993A46C}"/>
    <dgm:cxn modelId="{2E7692EF-67EA-4B17-8710-121BC613198A}" srcId="{6EE353D8-C7C8-4AE6-95E8-9D628543D402}" destId="{933424A6-5D97-453F-81B3-866AC2C6F1E9}" srcOrd="2" destOrd="0" parTransId="{8DA50645-1EB0-47D0-B4AF-C43C2B0EA555}" sibTransId="{42FD8996-DA39-4366-A970-B73B6E70C40C}"/>
    <dgm:cxn modelId="{76761BFF-AA8C-4223-B6EC-673ED615EE49}" type="presOf" srcId="{531D6E24-1538-49B7-B555-493A9D3F417E}" destId="{6AF6A43A-9108-443E-A5A6-B8869CE7732D}" srcOrd="0" destOrd="0" presId="urn:microsoft.com/office/officeart/2005/8/layout/list1"/>
    <dgm:cxn modelId="{8726945C-9244-476D-A2A2-4381B3948FA2}" type="presParOf" srcId="{92180E49-6E3D-4179-BC87-860E9834CF6A}" destId="{FD101500-16F1-4DBD-92A4-FF5150F659F2}" srcOrd="0" destOrd="0" presId="urn:microsoft.com/office/officeart/2005/8/layout/list1"/>
    <dgm:cxn modelId="{0BE716BD-B494-40B3-9E5C-9D99AEF4B197}" type="presParOf" srcId="{FD101500-16F1-4DBD-92A4-FF5150F659F2}" destId="{63F149D6-5BB9-4223-BADC-EB37B490BE2D}" srcOrd="0" destOrd="0" presId="urn:microsoft.com/office/officeart/2005/8/layout/list1"/>
    <dgm:cxn modelId="{0BF54BEA-8780-4F10-9A08-A70C739D0722}" type="presParOf" srcId="{FD101500-16F1-4DBD-92A4-FF5150F659F2}" destId="{195FFA62-634E-47DA-9533-385C3AA3FC74}" srcOrd="1" destOrd="0" presId="urn:microsoft.com/office/officeart/2005/8/layout/list1"/>
    <dgm:cxn modelId="{B733FD5D-8113-47E0-B83D-659236EA7AA0}" type="presParOf" srcId="{92180E49-6E3D-4179-BC87-860E9834CF6A}" destId="{C04CE041-914F-45CB-A5E0-5E95AE354F4C}" srcOrd="1" destOrd="0" presId="urn:microsoft.com/office/officeart/2005/8/layout/list1"/>
    <dgm:cxn modelId="{94F1F980-CA46-492A-BC56-A9F15E9419B3}" type="presParOf" srcId="{92180E49-6E3D-4179-BC87-860E9834CF6A}" destId="{6AF6A43A-9108-443E-A5A6-B8869CE7732D}" srcOrd="2" destOrd="0" presId="urn:microsoft.com/office/officeart/2005/8/layout/list1"/>
    <dgm:cxn modelId="{483A9CA6-874B-467A-964F-9484E41A8C98}" type="presParOf" srcId="{92180E49-6E3D-4179-BC87-860E9834CF6A}" destId="{8F2FB0EA-F8E1-4886-AE5A-D65201263312}" srcOrd="3" destOrd="0" presId="urn:microsoft.com/office/officeart/2005/8/layout/list1"/>
    <dgm:cxn modelId="{503AEA54-C31D-41C0-8F05-7DBB45F16F8D}" type="presParOf" srcId="{92180E49-6E3D-4179-BC87-860E9834CF6A}" destId="{1D7EE5A2-5ACD-47E7-A75F-651096059AC7}" srcOrd="4" destOrd="0" presId="urn:microsoft.com/office/officeart/2005/8/layout/list1"/>
    <dgm:cxn modelId="{C596F694-F112-4CE7-805C-473EE06F4E18}" type="presParOf" srcId="{1D7EE5A2-5ACD-47E7-A75F-651096059AC7}" destId="{2FDC325E-F207-4208-801C-2345746DD6CA}" srcOrd="0" destOrd="0" presId="urn:microsoft.com/office/officeart/2005/8/layout/list1"/>
    <dgm:cxn modelId="{6B0535D6-C0E4-4A56-ADBE-5DA3BAD80200}" type="presParOf" srcId="{1D7EE5A2-5ACD-47E7-A75F-651096059AC7}" destId="{6C6BAE41-A809-4B8D-A928-6C7DAA0E8A71}" srcOrd="1" destOrd="0" presId="urn:microsoft.com/office/officeart/2005/8/layout/list1"/>
    <dgm:cxn modelId="{4E967FD9-B194-4E01-97F3-BF3688E3B2D5}" type="presParOf" srcId="{92180E49-6E3D-4179-BC87-860E9834CF6A}" destId="{4FE428DE-B5EB-40ED-B386-18DFB98953DE}" srcOrd="5" destOrd="0" presId="urn:microsoft.com/office/officeart/2005/8/layout/list1"/>
    <dgm:cxn modelId="{5FCAD604-2E94-41E8-8CAB-45532DDC203C}" type="presParOf" srcId="{92180E49-6E3D-4179-BC87-860E9834CF6A}" destId="{2F3E625E-3D58-439D-B1D4-EA193FE39380}" srcOrd="6" destOrd="0" presId="urn:microsoft.com/office/officeart/2005/8/layout/list1"/>
    <dgm:cxn modelId="{27DEE29C-42B7-4FDC-9A08-5FB07AFDA471}" type="presParOf" srcId="{92180E49-6E3D-4179-BC87-860E9834CF6A}" destId="{9E877AA2-8C9A-4C64-82C8-C1B4AAF1BF4E}" srcOrd="7" destOrd="0" presId="urn:microsoft.com/office/officeart/2005/8/layout/list1"/>
    <dgm:cxn modelId="{7127AC8E-5468-48E7-9016-159E06588AD0}" type="presParOf" srcId="{92180E49-6E3D-4179-BC87-860E9834CF6A}" destId="{FB8C0D2A-B0D3-4D5C-AFB5-916FFCCBACB7}" srcOrd="8" destOrd="0" presId="urn:microsoft.com/office/officeart/2005/8/layout/list1"/>
    <dgm:cxn modelId="{9E72039C-5574-4C6F-A8C6-09767FFD13D4}" type="presParOf" srcId="{FB8C0D2A-B0D3-4D5C-AFB5-916FFCCBACB7}" destId="{20C7B63F-A0E7-4A13-A30E-A773D9D39669}" srcOrd="0" destOrd="0" presId="urn:microsoft.com/office/officeart/2005/8/layout/list1"/>
    <dgm:cxn modelId="{05AD299A-CCD7-40B1-85F8-6B53916F8ECE}" type="presParOf" srcId="{FB8C0D2A-B0D3-4D5C-AFB5-916FFCCBACB7}" destId="{19E3861C-DFB3-46ED-BA7E-FB37634EAD25}" srcOrd="1" destOrd="0" presId="urn:microsoft.com/office/officeart/2005/8/layout/list1"/>
    <dgm:cxn modelId="{B68B35A0-3840-4736-B7FC-D5DEE28E9DF2}" type="presParOf" srcId="{92180E49-6E3D-4179-BC87-860E9834CF6A}" destId="{CD1160BE-C7B0-4A6B-82B0-BD626390F85E}" srcOrd="9" destOrd="0" presId="urn:microsoft.com/office/officeart/2005/8/layout/list1"/>
    <dgm:cxn modelId="{4448C54C-76DE-4A74-8E0E-2A25A14F33A8}" type="presParOf" srcId="{92180E49-6E3D-4179-BC87-860E9834CF6A}" destId="{B19B77D0-E921-4102-A250-CAFCCE73A85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574365F-6AD2-4770-9489-4683DF463821}"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C50A27F1-DA40-4EE1-B98D-75D872F28AF7}">
      <dgm:prSet/>
      <dgm:spPr/>
      <dgm:t>
        <a:bodyPr/>
        <a:lstStyle/>
        <a:p>
          <a:pPr rtl="0"/>
          <a:r>
            <a:rPr lang="en-GB"/>
            <a:t>Interest in our solution for the future</a:t>
          </a:r>
          <a:endParaRPr lang="en-US"/>
        </a:p>
      </dgm:t>
    </dgm:pt>
    <dgm:pt modelId="{215BC1D5-8665-4A4B-8188-C17D5A2CBFD6}" type="parTrans" cxnId="{6C07BDE8-E274-4E48-B587-B17F9CFC87DE}">
      <dgm:prSet/>
      <dgm:spPr/>
      <dgm:t>
        <a:bodyPr/>
        <a:lstStyle/>
        <a:p>
          <a:endParaRPr lang="en-US"/>
        </a:p>
      </dgm:t>
    </dgm:pt>
    <dgm:pt modelId="{C3954075-F062-451E-95C0-38BAB87CEEA8}" type="sibTrans" cxnId="{6C07BDE8-E274-4E48-B587-B17F9CFC87DE}">
      <dgm:prSet/>
      <dgm:spPr/>
      <dgm:t>
        <a:bodyPr/>
        <a:lstStyle/>
        <a:p>
          <a:endParaRPr lang="en-US"/>
        </a:p>
      </dgm:t>
    </dgm:pt>
    <dgm:pt modelId="{0587AEBC-498E-4624-9C96-7A7B71EB3846}">
      <dgm:prSet phldrT="[Text]" phldr="0"/>
      <dgm:spPr/>
      <dgm:t>
        <a:bodyPr/>
        <a:lstStyle/>
        <a:p>
          <a:pPr rtl="0"/>
          <a:r>
            <a:rPr lang="en-GB"/>
            <a:t>Tests conducted with hospital </a:t>
          </a:r>
          <a:r>
            <a:rPr lang="en-GB">
              <a:latin typeface="Calibri Light" panose="020F0302020204030204"/>
            </a:rPr>
            <a:t>staff</a:t>
          </a:r>
          <a:endParaRPr lang="en-US">
            <a:latin typeface="Calibri Light" panose="020F0302020204030204"/>
          </a:endParaRPr>
        </a:p>
      </dgm:t>
    </dgm:pt>
    <dgm:pt modelId="{842C5FE6-5AFA-4133-8464-86CF2A2EC776}" type="parTrans" cxnId="{6915B0C3-C2A3-4B58-8300-576855FC8B23}">
      <dgm:prSet/>
      <dgm:spPr/>
    </dgm:pt>
    <dgm:pt modelId="{BBDD101E-413A-4235-9C09-8856539FC229}" type="sibTrans" cxnId="{6915B0C3-C2A3-4B58-8300-576855FC8B23}">
      <dgm:prSet/>
      <dgm:spPr/>
      <dgm:t>
        <a:bodyPr/>
        <a:lstStyle/>
        <a:p>
          <a:endParaRPr lang="en-US"/>
        </a:p>
        <a:p>
          <a:endParaRPr lang="en-US"/>
        </a:p>
      </dgm:t>
    </dgm:pt>
    <dgm:pt modelId="{1997D68A-9868-4BCD-AB41-711FE19C5000}">
      <dgm:prSet phldrT="[Text]" phldr="0"/>
      <dgm:spPr/>
      <dgm:t>
        <a:bodyPr/>
        <a:lstStyle/>
        <a:p>
          <a:r>
            <a:rPr lang="en-GB"/>
            <a:t>Post-test feedback to improve the platform</a:t>
          </a:r>
          <a:endParaRPr lang="en-US">
            <a:latin typeface="Calibri Light" panose="020F0302020204030204"/>
          </a:endParaRPr>
        </a:p>
      </dgm:t>
    </dgm:pt>
    <dgm:pt modelId="{C2B47560-9085-44A7-8688-5FB81DD71A6C}" type="parTrans" cxnId="{C217CC24-AC43-473C-A7F4-09F6BE982E85}">
      <dgm:prSet/>
      <dgm:spPr/>
    </dgm:pt>
    <dgm:pt modelId="{E7A94D4C-FFC8-4E27-80B8-65E3B5966B16}" type="sibTrans" cxnId="{C217CC24-AC43-473C-A7F4-09F6BE982E85}">
      <dgm:prSet/>
      <dgm:spPr/>
      <dgm:t>
        <a:bodyPr/>
        <a:lstStyle/>
        <a:p>
          <a:endParaRPr lang="en-US"/>
        </a:p>
        <a:p>
          <a:endParaRPr lang="en-US"/>
        </a:p>
      </dgm:t>
    </dgm:pt>
    <dgm:pt modelId="{8215F16B-B513-4C18-BB54-C212EFE139EE}">
      <dgm:prSet phldrT="[Text]" phldr="0"/>
      <dgm:spPr/>
      <dgm:t>
        <a:bodyPr/>
        <a:lstStyle/>
        <a:p>
          <a:r>
            <a:rPr lang="en-GB"/>
            <a:t>Platform validated</a:t>
          </a:r>
          <a:endParaRPr lang="en-US">
            <a:latin typeface="Calibri Light" panose="020F0302020204030204"/>
          </a:endParaRPr>
        </a:p>
      </dgm:t>
    </dgm:pt>
    <dgm:pt modelId="{1FBE00D2-BE55-49CD-86F6-87E33717A351}" type="parTrans" cxnId="{C4C9149B-13A7-4516-8D0D-2B4CAB0FD40C}">
      <dgm:prSet/>
      <dgm:spPr/>
    </dgm:pt>
    <dgm:pt modelId="{CD37D574-6715-442D-BB75-F01D4293E664}" type="sibTrans" cxnId="{C4C9149B-13A7-4516-8D0D-2B4CAB0FD40C}">
      <dgm:prSet/>
      <dgm:spPr/>
      <dgm:t>
        <a:bodyPr/>
        <a:lstStyle/>
        <a:p>
          <a:endParaRPr lang="en-US"/>
        </a:p>
        <a:p>
          <a:endParaRPr lang="en-US"/>
        </a:p>
      </dgm:t>
    </dgm:pt>
    <dgm:pt modelId="{E0AB48B1-2D83-49A3-9AE6-258A043C9BE5}" type="pres">
      <dgm:prSet presAssocID="{8574365F-6AD2-4770-9489-4683DF463821}" presName="outerComposite" presStyleCnt="0">
        <dgm:presLayoutVars>
          <dgm:chMax val="5"/>
          <dgm:dir/>
          <dgm:resizeHandles val="exact"/>
        </dgm:presLayoutVars>
      </dgm:prSet>
      <dgm:spPr/>
    </dgm:pt>
    <dgm:pt modelId="{4604EC2E-3296-4B2A-99C1-107443753F85}" type="pres">
      <dgm:prSet presAssocID="{8574365F-6AD2-4770-9489-4683DF463821}" presName="dummyMaxCanvas" presStyleCnt="0">
        <dgm:presLayoutVars/>
      </dgm:prSet>
      <dgm:spPr/>
    </dgm:pt>
    <dgm:pt modelId="{3E88B86B-1B4C-4037-9792-82C42A8E420C}" type="pres">
      <dgm:prSet presAssocID="{8574365F-6AD2-4770-9489-4683DF463821}" presName="FourNodes_1" presStyleLbl="node1" presStyleIdx="0" presStyleCnt="4">
        <dgm:presLayoutVars>
          <dgm:bulletEnabled val="1"/>
        </dgm:presLayoutVars>
      </dgm:prSet>
      <dgm:spPr/>
    </dgm:pt>
    <dgm:pt modelId="{D3B89018-9C34-4707-A44D-2246A3C14EB9}" type="pres">
      <dgm:prSet presAssocID="{8574365F-6AD2-4770-9489-4683DF463821}" presName="FourNodes_2" presStyleLbl="node1" presStyleIdx="1" presStyleCnt="4">
        <dgm:presLayoutVars>
          <dgm:bulletEnabled val="1"/>
        </dgm:presLayoutVars>
      </dgm:prSet>
      <dgm:spPr/>
    </dgm:pt>
    <dgm:pt modelId="{E5DF7886-55EE-4918-80BD-614B794BA50A}" type="pres">
      <dgm:prSet presAssocID="{8574365F-6AD2-4770-9489-4683DF463821}" presName="FourNodes_3" presStyleLbl="node1" presStyleIdx="2" presStyleCnt="4">
        <dgm:presLayoutVars>
          <dgm:bulletEnabled val="1"/>
        </dgm:presLayoutVars>
      </dgm:prSet>
      <dgm:spPr/>
    </dgm:pt>
    <dgm:pt modelId="{65139FBF-68D4-44C7-9D29-5E5094A78AF1}" type="pres">
      <dgm:prSet presAssocID="{8574365F-6AD2-4770-9489-4683DF463821}" presName="FourNodes_4" presStyleLbl="node1" presStyleIdx="3" presStyleCnt="4">
        <dgm:presLayoutVars>
          <dgm:bulletEnabled val="1"/>
        </dgm:presLayoutVars>
      </dgm:prSet>
      <dgm:spPr/>
    </dgm:pt>
    <dgm:pt modelId="{4382A37F-0AD6-401E-A067-ABD9B3483DF1}" type="pres">
      <dgm:prSet presAssocID="{8574365F-6AD2-4770-9489-4683DF463821}" presName="FourConn_1-2" presStyleLbl="fgAccFollowNode1" presStyleIdx="0" presStyleCnt="3">
        <dgm:presLayoutVars>
          <dgm:bulletEnabled val="1"/>
        </dgm:presLayoutVars>
      </dgm:prSet>
      <dgm:spPr/>
    </dgm:pt>
    <dgm:pt modelId="{1D436C8F-EE2E-49AD-81EC-FE98D26A5057}" type="pres">
      <dgm:prSet presAssocID="{8574365F-6AD2-4770-9489-4683DF463821}" presName="FourConn_2-3" presStyleLbl="fgAccFollowNode1" presStyleIdx="1" presStyleCnt="3">
        <dgm:presLayoutVars>
          <dgm:bulletEnabled val="1"/>
        </dgm:presLayoutVars>
      </dgm:prSet>
      <dgm:spPr/>
    </dgm:pt>
    <dgm:pt modelId="{E4F5C4C9-460E-4AD7-B6FD-46AFC7473A6E}" type="pres">
      <dgm:prSet presAssocID="{8574365F-6AD2-4770-9489-4683DF463821}" presName="FourConn_3-4" presStyleLbl="fgAccFollowNode1" presStyleIdx="2" presStyleCnt="3">
        <dgm:presLayoutVars>
          <dgm:bulletEnabled val="1"/>
        </dgm:presLayoutVars>
      </dgm:prSet>
      <dgm:spPr/>
    </dgm:pt>
    <dgm:pt modelId="{4609862F-0934-4748-8F58-E2459E1E4B36}" type="pres">
      <dgm:prSet presAssocID="{8574365F-6AD2-4770-9489-4683DF463821}" presName="FourNodes_1_text" presStyleLbl="node1" presStyleIdx="3" presStyleCnt="4">
        <dgm:presLayoutVars>
          <dgm:bulletEnabled val="1"/>
        </dgm:presLayoutVars>
      </dgm:prSet>
      <dgm:spPr/>
    </dgm:pt>
    <dgm:pt modelId="{270523E7-191C-423F-90B0-94A8762E8193}" type="pres">
      <dgm:prSet presAssocID="{8574365F-6AD2-4770-9489-4683DF463821}" presName="FourNodes_2_text" presStyleLbl="node1" presStyleIdx="3" presStyleCnt="4">
        <dgm:presLayoutVars>
          <dgm:bulletEnabled val="1"/>
        </dgm:presLayoutVars>
      </dgm:prSet>
      <dgm:spPr/>
    </dgm:pt>
    <dgm:pt modelId="{7A142194-C33C-4460-BD26-54D7B88D9643}" type="pres">
      <dgm:prSet presAssocID="{8574365F-6AD2-4770-9489-4683DF463821}" presName="FourNodes_3_text" presStyleLbl="node1" presStyleIdx="3" presStyleCnt="4">
        <dgm:presLayoutVars>
          <dgm:bulletEnabled val="1"/>
        </dgm:presLayoutVars>
      </dgm:prSet>
      <dgm:spPr/>
    </dgm:pt>
    <dgm:pt modelId="{DF86D77C-766F-4B91-A99C-9C4084832F07}" type="pres">
      <dgm:prSet presAssocID="{8574365F-6AD2-4770-9489-4683DF463821}" presName="FourNodes_4_text" presStyleLbl="node1" presStyleIdx="3" presStyleCnt="4">
        <dgm:presLayoutVars>
          <dgm:bulletEnabled val="1"/>
        </dgm:presLayoutVars>
      </dgm:prSet>
      <dgm:spPr/>
    </dgm:pt>
  </dgm:ptLst>
  <dgm:cxnLst>
    <dgm:cxn modelId="{FDC4FF00-6BFD-4741-915F-E11BD58A9FE6}" type="presOf" srcId="{1997D68A-9868-4BCD-AB41-711FE19C5000}" destId="{270523E7-191C-423F-90B0-94A8762E8193}" srcOrd="1" destOrd="0" presId="urn:microsoft.com/office/officeart/2005/8/layout/vProcess5"/>
    <dgm:cxn modelId="{7F212803-1D63-4C67-BC2B-F4B92832833B}" type="presOf" srcId="{8215F16B-B513-4C18-BB54-C212EFE139EE}" destId="{7A142194-C33C-4460-BD26-54D7B88D9643}" srcOrd="1" destOrd="0" presId="urn:microsoft.com/office/officeart/2005/8/layout/vProcess5"/>
    <dgm:cxn modelId="{44B5D703-215C-422B-9A80-1474137D97A0}" type="presOf" srcId="{8215F16B-B513-4C18-BB54-C212EFE139EE}" destId="{E5DF7886-55EE-4918-80BD-614B794BA50A}" srcOrd="0" destOrd="0" presId="urn:microsoft.com/office/officeart/2005/8/layout/vProcess5"/>
    <dgm:cxn modelId="{C217CC24-AC43-473C-A7F4-09F6BE982E85}" srcId="{8574365F-6AD2-4770-9489-4683DF463821}" destId="{1997D68A-9868-4BCD-AB41-711FE19C5000}" srcOrd="1" destOrd="0" parTransId="{C2B47560-9085-44A7-8688-5FB81DD71A6C}" sibTransId="{E7A94D4C-FFC8-4E27-80B8-65E3B5966B16}"/>
    <dgm:cxn modelId="{3B0E0E3E-7FA7-4AAE-A6E0-81B0F2FEE2AA}" type="presOf" srcId="{C50A27F1-DA40-4EE1-B98D-75D872F28AF7}" destId="{65139FBF-68D4-44C7-9D29-5E5094A78AF1}" srcOrd="0" destOrd="0" presId="urn:microsoft.com/office/officeart/2005/8/layout/vProcess5"/>
    <dgm:cxn modelId="{19DD8E46-3933-4AC6-8844-8C05CED700B6}" type="presOf" srcId="{C50A27F1-DA40-4EE1-B98D-75D872F28AF7}" destId="{DF86D77C-766F-4B91-A99C-9C4084832F07}" srcOrd="1" destOrd="0" presId="urn:microsoft.com/office/officeart/2005/8/layout/vProcess5"/>
    <dgm:cxn modelId="{73B24971-9FA8-45A3-9F07-A6EE12718286}" type="presOf" srcId="{E7A94D4C-FFC8-4E27-80B8-65E3B5966B16}" destId="{1D436C8F-EE2E-49AD-81EC-FE98D26A5057}" srcOrd="0" destOrd="0" presId="urn:microsoft.com/office/officeart/2005/8/layout/vProcess5"/>
    <dgm:cxn modelId="{DE00B377-5A79-436F-9364-DB46DAB5CAF6}" type="presOf" srcId="{CD37D574-6715-442D-BB75-F01D4293E664}" destId="{E4F5C4C9-460E-4AD7-B6FD-46AFC7473A6E}" srcOrd="0" destOrd="0" presId="urn:microsoft.com/office/officeart/2005/8/layout/vProcess5"/>
    <dgm:cxn modelId="{D51CC692-D017-4C9A-ACED-5127B19EDAFA}" type="presOf" srcId="{0587AEBC-498E-4624-9C96-7A7B71EB3846}" destId="{4609862F-0934-4748-8F58-E2459E1E4B36}" srcOrd="1" destOrd="0" presId="urn:microsoft.com/office/officeart/2005/8/layout/vProcess5"/>
    <dgm:cxn modelId="{C4C9149B-13A7-4516-8D0D-2B4CAB0FD40C}" srcId="{8574365F-6AD2-4770-9489-4683DF463821}" destId="{8215F16B-B513-4C18-BB54-C212EFE139EE}" srcOrd="2" destOrd="0" parTransId="{1FBE00D2-BE55-49CD-86F6-87E33717A351}" sibTransId="{CD37D574-6715-442D-BB75-F01D4293E664}"/>
    <dgm:cxn modelId="{AF89AB9C-B153-415F-A13E-C3E9A97F42C5}" type="presOf" srcId="{8574365F-6AD2-4770-9489-4683DF463821}" destId="{E0AB48B1-2D83-49A3-9AE6-258A043C9BE5}" srcOrd="0" destOrd="0" presId="urn:microsoft.com/office/officeart/2005/8/layout/vProcess5"/>
    <dgm:cxn modelId="{9C2899A2-1465-434F-B73F-6CCB4DD993C9}" type="presOf" srcId="{1997D68A-9868-4BCD-AB41-711FE19C5000}" destId="{D3B89018-9C34-4707-A44D-2246A3C14EB9}" srcOrd="0" destOrd="0" presId="urn:microsoft.com/office/officeart/2005/8/layout/vProcess5"/>
    <dgm:cxn modelId="{4BFC72AD-B4B0-42FA-829F-8265351E76F8}" type="presOf" srcId="{0587AEBC-498E-4624-9C96-7A7B71EB3846}" destId="{3E88B86B-1B4C-4037-9792-82C42A8E420C}" srcOrd="0" destOrd="0" presId="urn:microsoft.com/office/officeart/2005/8/layout/vProcess5"/>
    <dgm:cxn modelId="{B34A40BB-27A2-4393-A5CA-ADB24CAD5615}" type="presOf" srcId="{BBDD101E-413A-4235-9C09-8856539FC229}" destId="{4382A37F-0AD6-401E-A067-ABD9B3483DF1}" srcOrd="0" destOrd="0" presId="urn:microsoft.com/office/officeart/2005/8/layout/vProcess5"/>
    <dgm:cxn modelId="{6915B0C3-C2A3-4B58-8300-576855FC8B23}" srcId="{8574365F-6AD2-4770-9489-4683DF463821}" destId="{0587AEBC-498E-4624-9C96-7A7B71EB3846}" srcOrd="0" destOrd="0" parTransId="{842C5FE6-5AFA-4133-8464-86CF2A2EC776}" sibTransId="{BBDD101E-413A-4235-9C09-8856539FC229}"/>
    <dgm:cxn modelId="{6C07BDE8-E274-4E48-B587-B17F9CFC87DE}" srcId="{8574365F-6AD2-4770-9489-4683DF463821}" destId="{C50A27F1-DA40-4EE1-B98D-75D872F28AF7}" srcOrd="3" destOrd="0" parTransId="{215BC1D5-8665-4A4B-8188-C17D5A2CBFD6}" sibTransId="{C3954075-F062-451E-95C0-38BAB87CEEA8}"/>
    <dgm:cxn modelId="{777432A4-A5D6-4918-99FB-E326FABE4D49}" type="presParOf" srcId="{E0AB48B1-2D83-49A3-9AE6-258A043C9BE5}" destId="{4604EC2E-3296-4B2A-99C1-107443753F85}" srcOrd="0" destOrd="0" presId="urn:microsoft.com/office/officeart/2005/8/layout/vProcess5"/>
    <dgm:cxn modelId="{457B14F2-0D8E-4E6C-A3EE-310E10FB47CB}" type="presParOf" srcId="{E0AB48B1-2D83-49A3-9AE6-258A043C9BE5}" destId="{3E88B86B-1B4C-4037-9792-82C42A8E420C}" srcOrd="1" destOrd="0" presId="urn:microsoft.com/office/officeart/2005/8/layout/vProcess5"/>
    <dgm:cxn modelId="{267D715E-01EC-44FA-9E79-506F9A369939}" type="presParOf" srcId="{E0AB48B1-2D83-49A3-9AE6-258A043C9BE5}" destId="{D3B89018-9C34-4707-A44D-2246A3C14EB9}" srcOrd="2" destOrd="0" presId="urn:microsoft.com/office/officeart/2005/8/layout/vProcess5"/>
    <dgm:cxn modelId="{D673A39B-9FF9-4384-BA3D-14DF2DA284F8}" type="presParOf" srcId="{E0AB48B1-2D83-49A3-9AE6-258A043C9BE5}" destId="{E5DF7886-55EE-4918-80BD-614B794BA50A}" srcOrd="3" destOrd="0" presId="urn:microsoft.com/office/officeart/2005/8/layout/vProcess5"/>
    <dgm:cxn modelId="{54A35BAD-AC4C-4DC7-AFE7-AB17ACA41028}" type="presParOf" srcId="{E0AB48B1-2D83-49A3-9AE6-258A043C9BE5}" destId="{65139FBF-68D4-44C7-9D29-5E5094A78AF1}" srcOrd="4" destOrd="0" presId="urn:microsoft.com/office/officeart/2005/8/layout/vProcess5"/>
    <dgm:cxn modelId="{84D7F090-F160-42F4-8C43-B09C6DE04ECE}" type="presParOf" srcId="{E0AB48B1-2D83-49A3-9AE6-258A043C9BE5}" destId="{4382A37F-0AD6-401E-A067-ABD9B3483DF1}" srcOrd="5" destOrd="0" presId="urn:microsoft.com/office/officeart/2005/8/layout/vProcess5"/>
    <dgm:cxn modelId="{AF5696A0-10FF-4993-8C4C-0FBDD7ADE3F5}" type="presParOf" srcId="{E0AB48B1-2D83-49A3-9AE6-258A043C9BE5}" destId="{1D436C8F-EE2E-49AD-81EC-FE98D26A5057}" srcOrd="6" destOrd="0" presId="urn:microsoft.com/office/officeart/2005/8/layout/vProcess5"/>
    <dgm:cxn modelId="{110582C5-4F8E-4AFD-AB4C-F88141C01CC2}" type="presParOf" srcId="{E0AB48B1-2D83-49A3-9AE6-258A043C9BE5}" destId="{E4F5C4C9-460E-4AD7-B6FD-46AFC7473A6E}" srcOrd="7" destOrd="0" presId="urn:microsoft.com/office/officeart/2005/8/layout/vProcess5"/>
    <dgm:cxn modelId="{B9909E1D-1428-416E-9386-72801F0E2540}" type="presParOf" srcId="{E0AB48B1-2D83-49A3-9AE6-258A043C9BE5}" destId="{4609862F-0934-4748-8F58-E2459E1E4B36}" srcOrd="8" destOrd="0" presId="urn:microsoft.com/office/officeart/2005/8/layout/vProcess5"/>
    <dgm:cxn modelId="{CB50C3D2-BAA2-44FE-BC5B-ABDFB920AB69}" type="presParOf" srcId="{E0AB48B1-2D83-49A3-9AE6-258A043C9BE5}" destId="{270523E7-191C-423F-90B0-94A8762E8193}" srcOrd="9" destOrd="0" presId="urn:microsoft.com/office/officeart/2005/8/layout/vProcess5"/>
    <dgm:cxn modelId="{7B2191BD-725F-4240-80D4-A35A8D09091E}" type="presParOf" srcId="{E0AB48B1-2D83-49A3-9AE6-258A043C9BE5}" destId="{7A142194-C33C-4460-BD26-54D7B88D9643}" srcOrd="10" destOrd="0" presId="urn:microsoft.com/office/officeart/2005/8/layout/vProcess5"/>
    <dgm:cxn modelId="{25591850-1636-4839-B35D-0C2768589352}" type="presParOf" srcId="{E0AB48B1-2D83-49A3-9AE6-258A043C9BE5}" destId="{DF86D77C-766F-4B91-A99C-9C4084832F07}"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550BDF4-6276-4FDD-94ED-2A6C6F1914D1}" type="doc">
      <dgm:prSet loTypeId="urn:microsoft.com/office/officeart/2018/2/layout/IconLabelList" loCatId="icon" qsTypeId="urn:microsoft.com/office/officeart/2005/8/quickstyle/simple4" qsCatId="simple" csTypeId="urn:microsoft.com/office/officeart/2005/8/colors/colorful2" csCatId="colorful" phldr="1"/>
      <dgm:spPr/>
      <dgm:t>
        <a:bodyPr/>
        <a:lstStyle/>
        <a:p>
          <a:endParaRPr lang="en-US"/>
        </a:p>
      </dgm:t>
    </dgm:pt>
    <dgm:pt modelId="{BB95BD98-16E1-4462-A81D-4F9958EF2AAC}">
      <dgm:prSet/>
      <dgm:spPr/>
      <dgm:t>
        <a:bodyPr/>
        <a:lstStyle/>
        <a:p>
          <a:pPr>
            <a:lnSpc>
              <a:spcPct val="100000"/>
            </a:lnSpc>
          </a:pPr>
          <a:r>
            <a:rPr lang="en-GB"/>
            <a:t>Real-world problems to solve (in the field) </a:t>
          </a:r>
          <a:endParaRPr lang="en-US">
            <a:latin typeface="Calibri Light" panose="020F0302020204030204"/>
          </a:endParaRPr>
        </a:p>
      </dgm:t>
    </dgm:pt>
    <dgm:pt modelId="{77CF5E63-336B-4B28-B824-B334F5F99D26}" type="parTrans" cxnId="{CB452816-EBB9-4436-9CF5-A6344911558D}">
      <dgm:prSet/>
      <dgm:spPr/>
      <dgm:t>
        <a:bodyPr/>
        <a:lstStyle/>
        <a:p>
          <a:endParaRPr lang="en-US"/>
        </a:p>
      </dgm:t>
    </dgm:pt>
    <dgm:pt modelId="{CD1192A0-CE05-4922-9E5D-218FBFC24271}" type="sibTrans" cxnId="{CB452816-EBB9-4436-9CF5-A6344911558D}">
      <dgm:prSet/>
      <dgm:spPr/>
      <dgm:t>
        <a:bodyPr/>
        <a:lstStyle/>
        <a:p>
          <a:endParaRPr lang="en-US"/>
        </a:p>
      </dgm:t>
    </dgm:pt>
    <dgm:pt modelId="{1E2ADBFF-701B-4268-9522-0A262B3EE947}">
      <dgm:prSet/>
      <dgm:spPr/>
      <dgm:t>
        <a:bodyPr/>
        <a:lstStyle/>
        <a:p>
          <a:pPr>
            <a:lnSpc>
              <a:spcPct val="100000"/>
            </a:lnSpc>
          </a:pPr>
          <a:r>
            <a:rPr lang="en-GB"/>
            <a:t>Learning for the future</a:t>
          </a:r>
          <a:endParaRPr lang="en-US"/>
        </a:p>
      </dgm:t>
    </dgm:pt>
    <dgm:pt modelId="{9A428A3E-9839-4958-82AE-3918A5522E5C}" type="parTrans" cxnId="{37789078-A085-4C89-A3DB-6C2B78564B4E}">
      <dgm:prSet/>
      <dgm:spPr/>
      <dgm:t>
        <a:bodyPr/>
        <a:lstStyle/>
        <a:p>
          <a:endParaRPr lang="en-US"/>
        </a:p>
      </dgm:t>
    </dgm:pt>
    <dgm:pt modelId="{D1FBE64E-114D-4137-A04B-A40FE75AD12F}" type="sibTrans" cxnId="{37789078-A085-4C89-A3DB-6C2B78564B4E}">
      <dgm:prSet/>
      <dgm:spPr/>
      <dgm:t>
        <a:bodyPr/>
        <a:lstStyle/>
        <a:p>
          <a:endParaRPr lang="en-US"/>
        </a:p>
      </dgm:t>
    </dgm:pt>
    <dgm:pt modelId="{FB07ADE1-29C7-4AFE-B3E7-EAB43F540007}">
      <dgm:prSet phldrT="[Text]" phldr="0"/>
      <dgm:spPr/>
      <dgm:t>
        <a:bodyPr/>
        <a:lstStyle/>
        <a:p>
          <a:pPr>
            <a:lnSpc>
              <a:spcPct val="100000"/>
            </a:lnSpc>
          </a:pPr>
          <a:r>
            <a:rPr lang="en-GB"/>
            <a:t>A rewarding project </a:t>
          </a:r>
          <a:endParaRPr lang="en-US">
            <a:latin typeface="Calibri Light" panose="020F0302020204030204"/>
          </a:endParaRPr>
        </a:p>
      </dgm:t>
    </dgm:pt>
    <dgm:pt modelId="{25039B83-6678-4623-BFBD-86CC2B428458}" type="parTrans" cxnId="{9A5A26FC-AB71-4600-B101-2B8EF7E424CB}">
      <dgm:prSet/>
      <dgm:spPr/>
    </dgm:pt>
    <dgm:pt modelId="{392E21A2-434B-4C5A-9539-EBF0037E3DD8}" type="sibTrans" cxnId="{9A5A26FC-AB71-4600-B101-2B8EF7E424CB}">
      <dgm:prSet/>
      <dgm:spPr/>
      <dgm:t>
        <a:bodyPr/>
        <a:lstStyle/>
        <a:p>
          <a:endParaRPr lang="en-US"/>
        </a:p>
      </dgm:t>
    </dgm:pt>
    <dgm:pt modelId="{E772D8A9-077E-4420-9C43-D2EB15C4D674}">
      <dgm:prSet phldrT="[Text]" phldr="0"/>
      <dgm:spPr/>
      <dgm:t>
        <a:bodyPr/>
        <a:lstStyle/>
        <a:p>
          <a:pPr>
            <a:lnSpc>
              <a:spcPct val="100000"/>
            </a:lnSpc>
          </a:pPr>
          <a:r>
            <a:rPr lang="en-GB"/>
            <a:t>Interesting interdisciplinary work </a:t>
          </a:r>
          <a:endParaRPr lang="en-US">
            <a:latin typeface="Calibri Light" panose="020F0302020204030204"/>
          </a:endParaRPr>
        </a:p>
      </dgm:t>
    </dgm:pt>
    <dgm:pt modelId="{A835F6E7-F77D-49A7-BC5F-2C96EA413757}" type="parTrans" cxnId="{1472692B-EB07-4EA6-AAEC-4F077FF97DF6}">
      <dgm:prSet/>
      <dgm:spPr/>
    </dgm:pt>
    <dgm:pt modelId="{93F4A91C-F690-4A49-9469-68F2BA4E27A5}" type="sibTrans" cxnId="{1472692B-EB07-4EA6-AAEC-4F077FF97DF6}">
      <dgm:prSet/>
      <dgm:spPr/>
      <dgm:t>
        <a:bodyPr/>
        <a:lstStyle/>
        <a:p>
          <a:endParaRPr lang="en-US"/>
        </a:p>
      </dgm:t>
    </dgm:pt>
    <dgm:pt modelId="{E78387B5-9D89-4DEE-8FA5-C558931A2C6D}" type="pres">
      <dgm:prSet presAssocID="{2550BDF4-6276-4FDD-94ED-2A6C6F1914D1}" presName="root" presStyleCnt="0">
        <dgm:presLayoutVars>
          <dgm:dir/>
          <dgm:resizeHandles val="exact"/>
        </dgm:presLayoutVars>
      </dgm:prSet>
      <dgm:spPr/>
    </dgm:pt>
    <dgm:pt modelId="{99AAE955-5A8A-40B5-B35D-0EB10603CA61}" type="pres">
      <dgm:prSet presAssocID="{FB07ADE1-29C7-4AFE-B3E7-EAB43F540007}" presName="compNode" presStyleCnt="0"/>
      <dgm:spPr/>
    </dgm:pt>
    <dgm:pt modelId="{76B55B43-788C-4EF3-99C7-B15F4A6F7620}" type="pres">
      <dgm:prSet presAssocID="{FB07ADE1-29C7-4AFE-B3E7-EAB43F54000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andshake"/>
        </a:ext>
      </dgm:extLst>
    </dgm:pt>
    <dgm:pt modelId="{82C08D85-6B78-4681-A9CF-F918477EA54E}" type="pres">
      <dgm:prSet presAssocID="{FB07ADE1-29C7-4AFE-B3E7-EAB43F540007}" presName="spaceRect" presStyleCnt="0"/>
      <dgm:spPr/>
    </dgm:pt>
    <dgm:pt modelId="{FC87C193-F469-4ECB-9543-922F0325AC29}" type="pres">
      <dgm:prSet presAssocID="{FB07ADE1-29C7-4AFE-B3E7-EAB43F540007}" presName="textRect" presStyleLbl="revTx" presStyleIdx="0" presStyleCnt="4">
        <dgm:presLayoutVars>
          <dgm:chMax val="1"/>
          <dgm:chPref val="1"/>
        </dgm:presLayoutVars>
      </dgm:prSet>
      <dgm:spPr/>
    </dgm:pt>
    <dgm:pt modelId="{C966D4A8-6E41-4531-AC36-AF94B29307FD}" type="pres">
      <dgm:prSet presAssocID="{392E21A2-434B-4C5A-9539-EBF0037E3DD8}" presName="sibTrans" presStyleCnt="0"/>
      <dgm:spPr/>
    </dgm:pt>
    <dgm:pt modelId="{F0D6F06D-CD07-4A4A-8673-382B84FDB491}" type="pres">
      <dgm:prSet presAssocID="{BB95BD98-16E1-4462-A81D-4F9958EF2AAC}" presName="compNode" presStyleCnt="0"/>
      <dgm:spPr/>
    </dgm:pt>
    <dgm:pt modelId="{4892CE57-F168-472F-A32E-4D44407CC8E8}" type="pres">
      <dgm:prSet presAssocID="{BB95BD98-16E1-4462-A81D-4F9958EF2AA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D79919BF-3C9D-4ADE-A640-938D068BED39}" type="pres">
      <dgm:prSet presAssocID="{BB95BD98-16E1-4462-A81D-4F9958EF2AAC}" presName="spaceRect" presStyleCnt="0"/>
      <dgm:spPr/>
    </dgm:pt>
    <dgm:pt modelId="{ED3B7C66-C9BD-4582-8F06-6435EF2F8994}" type="pres">
      <dgm:prSet presAssocID="{BB95BD98-16E1-4462-A81D-4F9958EF2AAC}" presName="textRect" presStyleLbl="revTx" presStyleIdx="1" presStyleCnt="4">
        <dgm:presLayoutVars>
          <dgm:chMax val="1"/>
          <dgm:chPref val="1"/>
        </dgm:presLayoutVars>
      </dgm:prSet>
      <dgm:spPr/>
    </dgm:pt>
    <dgm:pt modelId="{2DD1D117-248B-4132-8A70-EE7E44BF90BE}" type="pres">
      <dgm:prSet presAssocID="{CD1192A0-CE05-4922-9E5D-218FBFC24271}" presName="sibTrans" presStyleCnt="0"/>
      <dgm:spPr/>
    </dgm:pt>
    <dgm:pt modelId="{64DE213D-60E4-4906-88B5-EAA48047358B}" type="pres">
      <dgm:prSet presAssocID="{E772D8A9-077E-4420-9C43-D2EB15C4D674}" presName="compNode" presStyleCnt="0"/>
      <dgm:spPr/>
    </dgm:pt>
    <dgm:pt modelId="{3BD5F8A9-23D5-4451-9A3E-764FB43F01BA}" type="pres">
      <dgm:prSet presAssocID="{E772D8A9-077E-4420-9C43-D2EB15C4D67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ibbon"/>
        </a:ext>
      </dgm:extLst>
    </dgm:pt>
    <dgm:pt modelId="{4BA7ECB7-A46D-4A60-9287-181015A22EF9}" type="pres">
      <dgm:prSet presAssocID="{E772D8A9-077E-4420-9C43-D2EB15C4D674}" presName="spaceRect" presStyleCnt="0"/>
      <dgm:spPr/>
    </dgm:pt>
    <dgm:pt modelId="{A8A4FB6B-02C2-4DDC-9C31-D7F881EABEE5}" type="pres">
      <dgm:prSet presAssocID="{E772D8A9-077E-4420-9C43-D2EB15C4D674}" presName="textRect" presStyleLbl="revTx" presStyleIdx="2" presStyleCnt="4">
        <dgm:presLayoutVars>
          <dgm:chMax val="1"/>
          <dgm:chPref val="1"/>
        </dgm:presLayoutVars>
      </dgm:prSet>
      <dgm:spPr/>
    </dgm:pt>
    <dgm:pt modelId="{83A0FBF0-99B3-42D9-BD9E-3444C412DD6C}" type="pres">
      <dgm:prSet presAssocID="{93F4A91C-F690-4A49-9469-68F2BA4E27A5}" presName="sibTrans" presStyleCnt="0"/>
      <dgm:spPr/>
    </dgm:pt>
    <dgm:pt modelId="{A3ACEEB4-9CD3-4249-BBB4-DF79ABC2DDD3}" type="pres">
      <dgm:prSet presAssocID="{1E2ADBFF-701B-4268-9522-0A262B3EE947}" presName="compNode" presStyleCnt="0"/>
      <dgm:spPr/>
    </dgm:pt>
    <dgm:pt modelId="{D992FAA1-7FE1-4C0E-91AE-041F8F2841AF}" type="pres">
      <dgm:prSet presAssocID="{1E2ADBFF-701B-4268-9522-0A262B3EE947}"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ks"/>
        </a:ext>
      </dgm:extLst>
    </dgm:pt>
    <dgm:pt modelId="{DDB89B6D-0D06-4E60-9F04-41A0AE0C7D48}" type="pres">
      <dgm:prSet presAssocID="{1E2ADBFF-701B-4268-9522-0A262B3EE947}" presName="spaceRect" presStyleCnt="0"/>
      <dgm:spPr/>
    </dgm:pt>
    <dgm:pt modelId="{2B165177-80A6-4983-90CF-B5F6BBA16373}" type="pres">
      <dgm:prSet presAssocID="{1E2ADBFF-701B-4268-9522-0A262B3EE947}" presName="textRect" presStyleLbl="revTx" presStyleIdx="3" presStyleCnt="4">
        <dgm:presLayoutVars>
          <dgm:chMax val="1"/>
          <dgm:chPref val="1"/>
        </dgm:presLayoutVars>
      </dgm:prSet>
      <dgm:spPr/>
    </dgm:pt>
  </dgm:ptLst>
  <dgm:cxnLst>
    <dgm:cxn modelId="{CB452816-EBB9-4436-9CF5-A6344911558D}" srcId="{2550BDF4-6276-4FDD-94ED-2A6C6F1914D1}" destId="{BB95BD98-16E1-4462-A81D-4F9958EF2AAC}" srcOrd="1" destOrd="0" parTransId="{77CF5E63-336B-4B28-B824-B334F5F99D26}" sibTransId="{CD1192A0-CE05-4922-9E5D-218FBFC24271}"/>
    <dgm:cxn modelId="{F1724C17-37EE-4E7D-A802-B3B48CCE0730}" type="presOf" srcId="{E772D8A9-077E-4420-9C43-D2EB15C4D674}" destId="{A8A4FB6B-02C2-4DDC-9C31-D7F881EABEE5}" srcOrd="0" destOrd="0" presId="urn:microsoft.com/office/officeart/2018/2/layout/IconLabelList"/>
    <dgm:cxn modelId="{1472692B-EB07-4EA6-AAEC-4F077FF97DF6}" srcId="{2550BDF4-6276-4FDD-94ED-2A6C6F1914D1}" destId="{E772D8A9-077E-4420-9C43-D2EB15C4D674}" srcOrd="2" destOrd="0" parTransId="{A835F6E7-F77D-49A7-BC5F-2C96EA413757}" sibTransId="{93F4A91C-F690-4A49-9469-68F2BA4E27A5}"/>
    <dgm:cxn modelId="{37789078-A085-4C89-A3DB-6C2B78564B4E}" srcId="{2550BDF4-6276-4FDD-94ED-2A6C6F1914D1}" destId="{1E2ADBFF-701B-4268-9522-0A262B3EE947}" srcOrd="3" destOrd="0" parTransId="{9A428A3E-9839-4958-82AE-3918A5522E5C}" sibTransId="{D1FBE64E-114D-4137-A04B-A40FE75AD12F}"/>
    <dgm:cxn modelId="{ED284C8A-B430-48E9-ABFF-16FD8E843238}" type="presOf" srcId="{2550BDF4-6276-4FDD-94ED-2A6C6F1914D1}" destId="{E78387B5-9D89-4DEE-8FA5-C558931A2C6D}" srcOrd="0" destOrd="0" presId="urn:microsoft.com/office/officeart/2018/2/layout/IconLabelList"/>
    <dgm:cxn modelId="{AE58AC97-A85C-4D68-A13D-3D1073448F33}" type="presOf" srcId="{1E2ADBFF-701B-4268-9522-0A262B3EE947}" destId="{2B165177-80A6-4983-90CF-B5F6BBA16373}" srcOrd="0" destOrd="0" presId="urn:microsoft.com/office/officeart/2018/2/layout/IconLabelList"/>
    <dgm:cxn modelId="{F1CD25C0-36F7-48B2-9A7D-468A61379EA1}" type="presOf" srcId="{FB07ADE1-29C7-4AFE-B3E7-EAB43F540007}" destId="{FC87C193-F469-4ECB-9543-922F0325AC29}" srcOrd="0" destOrd="0" presId="urn:microsoft.com/office/officeart/2018/2/layout/IconLabelList"/>
    <dgm:cxn modelId="{300C83E5-8389-4DEE-B6EB-B4B8EFC4A5BB}" type="presOf" srcId="{BB95BD98-16E1-4462-A81D-4F9958EF2AAC}" destId="{ED3B7C66-C9BD-4582-8F06-6435EF2F8994}" srcOrd="0" destOrd="0" presId="urn:microsoft.com/office/officeart/2018/2/layout/IconLabelList"/>
    <dgm:cxn modelId="{9A5A26FC-AB71-4600-B101-2B8EF7E424CB}" srcId="{2550BDF4-6276-4FDD-94ED-2A6C6F1914D1}" destId="{FB07ADE1-29C7-4AFE-B3E7-EAB43F540007}" srcOrd="0" destOrd="0" parTransId="{25039B83-6678-4623-BFBD-86CC2B428458}" sibTransId="{392E21A2-434B-4C5A-9539-EBF0037E3DD8}"/>
    <dgm:cxn modelId="{122005EE-C622-4418-BB59-73CCBAEA901B}" type="presParOf" srcId="{E78387B5-9D89-4DEE-8FA5-C558931A2C6D}" destId="{99AAE955-5A8A-40B5-B35D-0EB10603CA61}" srcOrd="0" destOrd="0" presId="urn:microsoft.com/office/officeart/2018/2/layout/IconLabelList"/>
    <dgm:cxn modelId="{F21BACE3-F868-40E3-93DF-94F561F77365}" type="presParOf" srcId="{99AAE955-5A8A-40B5-B35D-0EB10603CA61}" destId="{76B55B43-788C-4EF3-99C7-B15F4A6F7620}" srcOrd="0" destOrd="0" presId="urn:microsoft.com/office/officeart/2018/2/layout/IconLabelList"/>
    <dgm:cxn modelId="{8772C72B-663B-4C6C-A27C-8777CBAE404E}" type="presParOf" srcId="{99AAE955-5A8A-40B5-B35D-0EB10603CA61}" destId="{82C08D85-6B78-4681-A9CF-F918477EA54E}" srcOrd="1" destOrd="0" presId="urn:microsoft.com/office/officeart/2018/2/layout/IconLabelList"/>
    <dgm:cxn modelId="{8C417AB1-7C41-4CC3-B0E2-0D6E8D88B551}" type="presParOf" srcId="{99AAE955-5A8A-40B5-B35D-0EB10603CA61}" destId="{FC87C193-F469-4ECB-9543-922F0325AC29}" srcOrd="2" destOrd="0" presId="urn:microsoft.com/office/officeart/2018/2/layout/IconLabelList"/>
    <dgm:cxn modelId="{7DFC6F19-331F-4886-B45F-9605FE6FEE2A}" type="presParOf" srcId="{E78387B5-9D89-4DEE-8FA5-C558931A2C6D}" destId="{C966D4A8-6E41-4531-AC36-AF94B29307FD}" srcOrd="1" destOrd="0" presId="urn:microsoft.com/office/officeart/2018/2/layout/IconLabelList"/>
    <dgm:cxn modelId="{26F26E2C-3BC9-4D42-A50F-9317B0047424}" type="presParOf" srcId="{E78387B5-9D89-4DEE-8FA5-C558931A2C6D}" destId="{F0D6F06D-CD07-4A4A-8673-382B84FDB491}" srcOrd="2" destOrd="0" presId="urn:microsoft.com/office/officeart/2018/2/layout/IconLabelList"/>
    <dgm:cxn modelId="{AD081ACE-595F-4E8B-B9CB-818AAEA82111}" type="presParOf" srcId="{F0D6F06D-CD07-4A4A-8673-382B84FDB491}" destId="{4892CE57-F168-472F-A32E-4D44407CC8E8}" srcOrd="0" destOrd="0" presId="urn:microsoft.com/office/officeart/2018/2/layout/IconLabelList"/>
    <dgm:cxn modelId="{6A86AC89-9A1E-4220-B048-6A4891614034}" type="presParOf" srcId="{F0D6F06D-CD07-4A4A-8673-382B84FDB491}" destId="{D79919BF-3C9D-4ADE-A640-938D068BED39}" srcOrd="1" destOrd="0" presId="urn:microsoft.com/office/officeart/2018/2/layout/IconLabelList"/>
    <dgm:cxn modelId="{FBA3EA48-503C-40D2-8F67-90DA465DCDA4}" type="presParOf" srcId="{F0D6F06D-CD07-4A4A-8673-382B84FDB491}" destId="{ED3B7C66-C9BD-4582-8F06-6435EF2F8994}" srcOrd="2" destOrd="0" presId="urn:microsoft.com/office/officeart/2018/2/layout/IconLabelList"/>
    <dgm:cxn modelId="{5230D7BF-5597-4422-86FC-8DAEA869BA41}" type="presParOf" srcId="{E78387B5-9D89-4DEE-8FA5-C558931A2C6D}" destId="{2DD1D117-248B-4132-8A70-EE7E44BF90BE}" srcOrd="3" destOrd="0" presId="urn:microsoft.com/office/officeart/2018/2/layout/IconLabelList"/>
    <dgm:cxn modelId="{218487FB-B221-4430-A5F1-8FC5933CB1C0}" type="presParOf" srcId="{E78387B5-9D89-4DEE-8FA5-C558931A2C6D}" destId="{64DE213D-60E4-4906-88B5-EAA48047358B}" srcOrd="4" destOrd="0" presId="urn:microsoft.com/office/officeart/2018/2/layout/IconLabelList"/>
    <dgm:cxn modelId="{9005AB2D-52D9-42AD-B2EC-7A9653BA95C0}" type="presParOf" srcId="{64DE213D-60E4-4906-88B5-EAA48047358B}" destId="{3BD5F8A9-23D5-4451-9A3E-764FB43F01BA}" srcOrd="0" destOrd="0" presId="urn:microsoft.com/office/officeart/2018/2/layout/IconLabelList"/>
    <dgm:cxn modelId="{AAC91ECF-0671-4E6F-B774-4C3C6A0059D9}" type="presParOf" srcId="{64DE213D-60E4-4906-88B5-EAA48047358B}" destId="{4BA7ECB7-A46D-4A60-9287-181015A22EF9}" srcOrd="1" destOrd="0" presId="urn:microsoft.com/office/officeart/2018/2/layout/IconLabelList"/>
    <dgm:cxn modelId="{17C3EB48-741E-4107-8E67-A39419C50DEC}" type="presParOf" srcId="{64DE213D-60E4-4906-88B5-EAA48047358B}" destId="{A8A4FB6B-02C2-4DDC-9C31-D7F881EABEE5}" srcOrd="2" destOrd="0" presId="urn:microsoft.com/office/officeart/2018/2/layout/IconLabelList"/>
    <dgm:cxn modelId="{B8F06AE4-B829-42A1-954D-AB8BF3BCE1E2}" type="presParOf" srcId="{E78387B5-9D89-4DEE-8FA5-C558931A2C6D}" destId="{83A0FBF0-99B3-42D9-BD9E-3444C412DD6C}" srcOrd="5" destOrd="0" presId="urn:microsoft.com/office/officeart/2018/2/layout/IconLabelList"/>
    <dgm:cxn modelId="{550C5B16-D00A-4724-8583-B56EFCEB532C}" type="presParOf" srcId="{E78387B5-9D89-4DEE-8FA5-C558931A2C6D}" destId="{A3ACEEB4-9CD3-4249-BBB4-DF79ABC2DDD3}" srcOrd="6" destOrd="0" presId="urn:microsoft.com/office/officeart/2018/2/layout/IconLabelList"/>
    <dgm:cxn modelId="{71A50F84-7D78-4A67-BCB9-F32F4C18C99A}" type="presParOf" srcId="{A3ACEEB4-9CD3-4249-BBB4-DF79ABC2DDD3}" destId="{D992FAA1-7FE1-4C0E-91AE-041F8F2841AF}" srcOrd="0" destOrd="0" presId="urn:microsoft.com/office/officeart/2018/2/layout/IconLabelList"/>
    <dgm:cxn modelId="{C2CC0C84-76E9-4C6B-81A2-56D46F72C303}" type="presParOf" srcId="{A3ACEEB4-9CD3-4249-BBB4-DF79ABC2DDD3}" destId="{DDB89B6D-0D06-4E60-9F04-41A0AE0C7D48}" srcOrd="1" destOrd="0" presId="urn:microsoft.com/office/officeart/2018/2/layout/IconLabelList"/>
    <dgm:cxn modelId="{91F27DCC-1542-49D7-80A7-F122283966D6}" type="presParOf" srcId="{A3ACEEB4-9CD3-4249-BBB4-DF79ABC2DDD3}" destId="{2B165177-80A6-4983-90CF-B5F6BBA16373}"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B4C2D-4B3D-42B1-B325-7A7689DB4E24}">
      <dsp:nvSpPr>
        <dsp:cNvPr id="0" name=""/>
        <dsp:cNvSpPr/>
      </dsp:nvSpPr>
      <dsp:spPr>
        <a:xfrm>
          <a:off x="1212569" y="987197"/>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F2EDB7-B556-4BF3-95D9-0849D3CBA430}">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GB" sz="2300" kern="1200"/>
            <a:t>Identifying stakeholders</a:t>
          </a:r>
          <a:endParaRPr lang="en-US" sz="2300" kern="1200"/>
        </a:p>
      </dsp:txBody>
      <dsp:txXfrm>
        <a:off x="417971" y="2644140"/>
        <a:ext cx="2889450" cy="720000"/>
      </dsp:txXfrm>
    </dsp:sp>
    <dsp:sp modelId="{09462FFB-1566-4AD2-B132-D4E00DAB46C9}">
      <dsp:nvSpPr>
        <dsp:cNvPr id="0" name=""/>
        <dsp:cNvSpPr/>
      </dsp:nvSpPr>
      <dsp:spPr>
        <a:xfrm>
          <a:off x="4607673" y="987197"/>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B32FE6-568B-4C50-847C-469D464F8CEB}">
      <dsp:nvSpPr>
        <dsp:cNvPr id="0" name=""/>
        <dsp:cNvSpPr/>
      </dsp:nvSpPr>
      <dsp:spPr>
        <a:xfrm>
          <a:off x="3813075"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GB" sz="2300" kern="1200"/>
            <a:t>Empathy map</a:t>
          </a:r>
          <a:endParaRPr lang="en-US" sz="2300" kern="1200"/>
        </a:p>
      </dsp:txBody>
      <dsp:txXfrm>
        <a:off x="3813075" y="2644140"/>
        <a:ext cx="2889450" cy="720000"/>
      </dsp:txXfrm>
    </dsp:sp>
    <dsp:sp modelId="{02A7BA3F-AFCC-467E-A404-719B569A6A52}">
      <dsp:nvSpPr>
        <dsp:cNvPr id="0" name=""/>
        <dsp:cNvSpPr/>
      </dsp:nvSpPr>
      <dsp:spPr>
        <a:xfrm>
          <a:off x="8002777" y="987197"/>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544EEB-E0C0-4216-B387-F76D25746F58}">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GB" sz="2300" kern="1200"/>
            <a:t>Hospital visit and staff interview</a:t>
          </a:r>
          <a:endParaRPr lang="en-US" sz="2300" kern="1200"/>
        </a:p>
      </dsp:txBody>
      <dsp:txXfrm>
        <a:off x="7208178" y="2644140"/>
        <a:ext cx="28894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4590BA-97B5-444C-BAF6-9872F70F3EB1}">
      <dsp:nvSpPr>
        <dsp:cNvPr id="0" name=""/>
        <dsp:cNvSpPr/>
      </dsp:nvSpPr>
      <dsp:spPr>
        <a:xfrm>
          <a:off x="0" y="0"/>
          <a:ext cx="9288654" cy="110682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GB" sz="3900" kern="1200"/>
            <a:t>Ideation for each subproblem</a:t>
          </a:r>
          <a:endParaRPr lang="en-US" sz="3900" kern="1200">
            <a:latin typeface="Calibri Light" panose="020F0302020204030204"/>
          </a:endParaRPr>
        </a:p>
      </dsp:txBody>
      <dsp:txXfrm>
        <a:off x="32418" y="32418"/>
        <a:ext cx="8094307" cy="1041985"/>
      </dsp:txXfrm>
    </dsp:sp>
    <dsp:sp modelId="{59493F8D-F41C-4DC4-8561-C49D0A594EDD}">
      <dsp:nvSpPr>
        <dsp:cNvPr id="0" name=""/>
        <dsp:cNvSpPr/>
      </dsp:nvSpPr>
      <dsp:spPr>
        <a:xfrm>
          <a:off x="819587" y="1291291"/>
          <a:ext cx="9288654" cy="1106821"/>
        </a:xfrm>
        <a:prstGeom prst="roundRect">
          <a:avLst>
            <a:gd name="adj" fmla="val 10000"/>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GB" sz="3900" kern="1200"/>
            <a:t>Divergence followed by convergence</a:t>
          </a:r>
          <a:endParaRPr lang="en-US" sz="3900" kern="1200"/>
        </a:p>
      </dsp:txBody>
      <dsp:txXfrm>
        <a:off x="852005" y="1323709"/>
        <a:ext cx="7684797" cy="1041985"/>
      </dsp:txXfrm>
    </dsp:sp>
    <dsp:sp modelId="{36A07834-409E-442F-8021-E96CC1FD8F82}">
      <dsp:nvSpPr>
        <dsp:cNvPr id="0" name=""/>
        <dsp:cNvSpPr/>
      </dsp:nvSpPr>
      <dsp:spPr>
        <a:xfrm>
          <a:off x="1639174" y="2582583"/>
          <a:ext cx="9288654" cy="1106821"/>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GB" sz="3900" kern="1200"/>
            <a:t>Different brainstorming methods</a:t>
          </a:r>
          <a:endParaRPr lang="en-US" sz="3900" kern="1200"/>
        </a:p>
      </dsp:txBody>
      <dsp:txXfrm>
        <a:off x="1671592" y="2615001"/>
        <a:ext cx="7684797" cy="1041985"/>
      </dsp:txXfrm>
    </dsp:sp>
    <dsp:sp modelId="{F4AEEE67-FB69-46A3-8F7F-EB33C21F7B13}">
      <dsp:nvSpPr>
        <dsp:cNvPr id="0" name=""/>
        <dsp:cNvSpPr/>
      </dsp:nvSpPr>
      <dsp:spPr>
        <a:xfrm>
          <a:off x="8569220" y="839339"/>
          <a:ext cx="719433" cy="719433"/>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8731092" y="839339"/>
        <a:ext cx="395689" cy="541373"/>
      </dsp:txXfrm>
    </dsp:sp>
    <dsp:sp modelId="{9002E3DD-19B2-4946-BF2A-EE5B004D0392}">
      <dsp:nvSpPr>
        <dsp:cNvPr id="0" name=""/>
        <dsp:cNvSpPr/>
      </dsp:nvSpPr>
      <dsp:spPr>
        <a:xfrm>
          <a:off x="9388807" y="2123252"/>
          <a:ext cx="719433" cy="719433"/>
        </a:xfrm>
        <a:prstGeom prst="downArrow">
          <a:avLst>
            <a:gd name="adj1" fmla="val 55000"/>
            <a:gd name="adj2" fmla="val 45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9550679" y="2123252"/>
        <a:ext cx="395689" cy="5413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1F3BB7-89E6-430C-A2D7-B010492C34FA}">
      <dsp:nvSpPr>
        <dsp:cNvPr id="0" name=""/>
        <dsp:cNvSpPr/>
      </dsp:nvSpPr>
      <dsp:spPr>
        <a:xfrm>
          <a:off x="0" y="256"/>
          <a:ext cx="6533071" cy="3528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6C1507-A493-4B28-AD1C-A4BA9935FB24}">
      <dsp:nvSpPr>
        <dsp:cNvPr id="0" name=""/>
        <dsp:cNvSpPr/>
      </dsp:nvSpPr>
      <dsp:spPr>
        <a:xfrm>
          <a:off x="106741" y="79651"/>
          <a:ext cx="194075" cy="1940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62F979-5579-43A7-80E0-462BB62F7F22}">
      <dsp:nvSpPr>
        <dsp:cNvPr id="0" name=""/>
        <dsp:cNvSpPr/>
      </dsp:nvSpPr>
      <dsp:spPr>
        <a:xfrm>
          <a:off x="407559" y="256"/>
          <a:ext cx="6125512" cy="352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45" tIns="37345" rIns="37345" bIns="37345" numCol="1" spcCol="1270" anchor="ctr" anchorCtr="0">
          <a:noAutofit/>
        </a:bodyPr>
        <a:lstStyle/>
        <a:p>
          <a:pPr marL="0" lvl="0" indent="0" algn="l" defTabSz="711200">
            <a:lnSpc>
              <a:spcPct val="100000"/>
            </a:lnSpc>
            <a:spcBef>
              <a:spcPct val="0"/>
            </a:spcBef>
            <a:spcAft>
              <a:spcPct val="35000"/>
            </a:spcAft>
            <a:buNone/>
          </a:pPr>
          <a:r>
            <a:rPr lang="en-US" sz="1600" kern="1200"/>
            <a:t>Financial aspect (downstream</a:t>
          </a:r>
        </a:p>
      </dsp:txBody>
      <dsp:txXfrm>
        <a:off x="407559" y="256"/>
        <a:ext cx="6125512" cy="352865"/>
      </dsp:txXfrm>
    </dsp:sp>
    <dsp:sp modelId="{CB8CA728-D019-40DD-B98E-4E2DEABF5AA2}">
      <dsp:nvSpPr>
        <dsp:cNvPr id="0" name=""/>
        <dsp:cNvSpPr/>
      </dsp:nvSpPr>
      <dsp:spPr>
        <a:xfrm>
          <a:off x="0" y="441337"/>
          <a:ext cx="6533071" cy="3528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97562F-E652-4849-AFC7-137662DD68FA}">
      <dsp:nvSpPr>
        <dsp:cNvPr id="0" name=""/>
        <dsp:cNvSpPr/>
      </dsp:nvSpPr>
      <dsp:spPr>
        <a:xfrm>
          <a:off x="106741" y="520732"/>
          <a:ext cx="194075" cy="1940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40852C-6A95-4820-9BE7-2EDE07204849}">
      <dsp:nvSpPr>
        <dsp:cNvPr id="0" name=""/>
        <dsp:cNvSpPr/>
      </dsp:nvSpPr>
      <dsp:spPr>
        <a:xfrm>
          <a:off x="407559" y="441337"/>
          <a:ext cx="6125512" cy="352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45" tIns="37345" rIns="37345" bIns="37345" numCol="1" spcCol="1270" anchor="ctr" anchorCtr="0">
          <a:noAutofit/>
        </a:bodyPr>
        <a:lstStyle/>
        <a:p>
          <a:pPr marL="0" lvl="0" indent="0" algn="l" defTabSz="711200">
            <a:lnSpc>
              <a:spcPct val="100000"/>
            </a:lnSpc>
            <a:spcBef>
              <a:spcPct val="0"/>
            </a:spcBef>
            <a:spcAft>
              <a:spcPct val="35000"/>
            </a:spcAft>
            <a:buNone/>
          </a:pPr>
          <a:r>
            <a:rPr lang="en-US" sz="1600" kern="1200"/>
            <a:t>solution) </a:t>
          </a:r>
        </a:p>
      </dsp:txBody>
      <dsp:txXfrm>
        <a:off x="407559" y="441337"/>
        <a:ext cx="6125512" cy="352865"/>
      </dsp:txXfrm>
    </dsp:sp>
    <dsp:sp modelId="{DB1E0A2C-B9BF-4FD3-A9EF-ABD4BFD4171C}">
      <dsp:nvSpPr>
        <dsp:cNvPr id="0" name=""/>
        <dsp:cNvSpPr/>
      </dsp:nvSpPr>
      <dsp:spPr>
        <a:xfrm>
          <a:off x="0" y="882419"/>
          <a:ext cx="6533071" cy="3528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8AAD11-6E73-4DFB-82AA-D2250B4EEBFF}">
      <dsp:nvSpPr>
        <dsp:cNvPr id="0" name=""/>
        <dsp:cNvSpPr/>
      </dsp:nvSpPr>
      <dsp:spPr>
        <a:xfrm>
          <a:off x="106741" y="961814"/>
          <a:ext cx="194075" cy="1940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D33147-0630-421A-92D8-E6DA35E6E0AE}">
      <dsp:nvSpPr>
        <dsp:cNvPr id="0" name=""/>
        <dsp:cNvSpPr/>
      </dsp:nvSpPr>
      <dsp:spPr>
        <a:xfrm>
          <a:off x="407559" y="882419"/>
          <a:ext cx="6125512" cy="352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45" tIns="37345" rIns="37345" bIns="37345" numCol="1" spcCol="1270" anchor="ctr" anchorCtr="0">
          <a:noAutofit/>
        </a:bodyPr>
        <a:lstStyle/>
        <a:p>
          <a:pPr marL="0" lvl="0" indent="0" algn="l" defTabSz="711200">
            <a:lnSpc>
              <a:spcPct val="100000"/>
            </a:lnSpc>
            <a:spcBef>
              <a:spcPct val="0"/>
            </a:spcBef>
            <a:spcAft>
              <a:spcPct val="35000"/>
            </a:spcAft>
            <a:buNone/>
          </a:pPr>
          <a:r>
            <a:rPr lang="en-US" sz="1600" kern="1200"/>
            <a:t>Regulatory constraints </a:t>
          </a:r>
        </a:p>
      </dsp:txBody>
      <dsp:txXfrm>
        <a:off x="407559" y="882419"/>
        <a:ext cx="6125512" cy="352865"/>
      </dsp:txXfrm>
    </dsp:sp>
    <dsp:sp modelId="{6976C65D-D48E-4294-85C9-AFEB1A17B9C4}">
      <dsp:nvSpPr>
        <dsp:cNvPr id="0" name=""/>
        <dsp:cNvSpPr/>
      </dsp:nvSpPr>
      <dsp:spPr>
        <a:xfrm>
          <a:off x="0" y="1323500"/>
          <a:ext cx="6533071" cy="3528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240C31-E6B9-4B16-B77A-064F314C2EDB}">
      <dsp:nvSpPr>
        <dsp:cNvPr id="0" name=""/>
        <dsp:cNvSpPr/>
      </dsp:nvSpPr>
      <dsp:spPr>
        <a:xfrm>
          <a:off x="106741" y="1402895"/>
          <a:ext cx="194075" cy="1940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83CB66-BBD6-479A-82B3-7E86B970B08D}">
      <dsp:nvSpPr>
        <dsp:cNvPr id="0" name=""/>
        <dsp:cNvSpPr/>
      </dsp:nvSpPr>
      <dsp:spPr>
        <a:xfrm>
          <a:off x="407559" y="1323500"/>
          <a:ext cx="6125512" cy="352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45" tIns="37345" rIns="37345" bIns="37345" numCol="1" spcCol="1270" anchor="ctr" anchorCtr="0">
          <a:noAutofit/>
        </a:bodyPr>
        <a:lstStyle/>
        <a:p>
          <a:pPr marL="0" lvl="0" indent="0" algn="l" defTabSz="711200">
            <a:lnSpc>
              <a:spcPct val="100000"/>
            </a:lnSpc>
            <a:spcBef>
              <a:spcPct val="0"/>
            </a:spcBef>
            <a:spcAft>
              <a:spcPct val="35000"/>
            </a:spcAft>
            <a:buNone/>
          </a:pPr>
          <a:r>
            <a:rPr lang="en-US" sz="1600" kern="1200"/>
            <a:t>Target segment based on thesolution  </a:t>
          </a:r>
        </a:p>
      </dsp:txBody>
      <dsp:txXfrm>
        <a:off x="407559" y="1323500"/>
        <a:ext cx="6125512" cy="352865"/>
      </dsp:txXfrm>
    </dsp:sp>
    <dsp:sp modelId="{85233D7A-E663-434C-95D3-9B4D967332C9}">
      <dsp:nvSpPr>
        <dsp:cNvPr id="0" name=""/>
        <dsp:cNvSpPr/>
      </dsp:nvSpPr>
      <dsp:spPr>
        <a:xfrm>
          <a:off x="0" y="1764582"/>
          <a:ext cx="6533071" cy="3528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93E770-9C5A-4CEA-8512-A08C504C7BE9}">
      <dsp:nvSpPr>
        <dsp:cNvPr id="0" name=""/>
        <dsp:cNvSpPr/>
      </dsp:nvSpPr>
      <dsp:spPr>
        <a:xfrm>
          <a:off x="106741" y="1843977"/>
          <a:ext cx="194075" cy="1940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1A102B-E9F7-4BD5-AAFB-C3E7B9E6740C}">
      <dsp:nvSpPr>
        <dsp:cNvPr id="0" name=""/>
        <dsp:cNvSpPr/>
      </dsp:nvSpPr>
      <dsp:spPr>
        <a:xfrm>
          <a:off x="407559" y="1764582"/>
          <a:ext cx="6125512" cy="352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45" tIns="37345" rIns="37345" bIns="37345" numCol="1" spcCol="1270" anchor="ctr" anchorCtr="0">
          <a:noAutofit/>
        </a:bodyPr>
        <a:lstStyle/>
        <a:p>
          <a:pPr marL="0" lvl="0" indent="0" algn="l" defTabSz="711200">
            <a:lnSpc>
              <a:spcPct val="100000"/>
            </a:lnSpc>
            <a:spcBef>
              <a:spcPct val="0"/>
            </a:spcBef>
            <a:spcAft>
              <a:spcPct val="35000"/>
            </a:spcAft>
            <a:buNone/>
          </a:pPr>
          <a:r>
            <a:rPr lang="en-US" sz="1600" kern="1200"/>
            <a:t>Revenue source </a:t>
          </a:r>
        </a:p>
      </dsp:txBody>
      <dsp:txXfrm>
        <a:off x="407559" y="1764582"/>
        <a:ext cx="6125512" cy="352865"/>
      </dsp:txXfrm>
    </dsp:sp>
    <dsp:sp modelId="{A99F5B77-113C-450F-879E-C9F01546707E}">
      <dsp:nvSpPr>
        <dsp:cNvPr id="0" name=""/>
        <dsp:cNvSpPr/>
      </dsp:nvSpPr>
      <dsp:spPr>
        <a:xfrm>
          <a:off x="0" y="2205663"/>
          <a:ext cx="6533071" cy="3528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478143-B7A7-4014-BEEE-63431E5C411C}">
      <dsp:nvSpPr>
        <dsp:cNvPr id="0" name=""/>
        <dsp:cNvSpPr/>
      </dsp:nvSpPr>
      <dsp:spPr>
        <a:xfrm>
          <a:off x="106741" y="2285058"/>
          <a:ext cx="194075" cy="1940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5BDAC1-5CA6-48AA-A8BB-2E24727BF5A2}">
      <dsp:nvSpPr>
        <dsp:cNvPr id="0" name=""/>
        <dsp:cNvSpPr/>
      </dsp:nvSpPr>
      <dsp:spPr>
        <a:xfrm>
          <a:off x="407559" y="2205663"/>
          <a:ext cx="6125512" cy="352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45" tIns="37345" rIns="37345" bIns="37345" numCol="1" spcCol="1270" anchor="ctr" anchorCtr="0">
          <a:noAutofit/>
        </a:bodyPr>
        <a:lstStyle/>
        <a:p>
          <a:pPr marL="0" lvl="0" indent="0" algn="l" defTabSz="711200">
            <a:lnSpc>
              <a:spcPct val="100000"/>
            </a:lnSpc>
            <a:spcBef>
              <a:spcPct val="0"/>
            </a:spcBef>
            <a:spcAft>
              <a:spcPct val="35000"/>
            </a:spcAft>
            <a:buNone/>
          </a:pPr>
          <a:r>
            <a:rPr lang="en-US" sz="1600" kern="1200"/>
            <a:t>Hospital preference </a:t>
          </a:r>
        </a:p>
      </dsp:txBody>
      <dsp:txXfrm>
        <a:off x="407559" y="2205663"/>
        <a:ext cx="6125512" cy="352865"/>
      </dsp:txXfrm>
    </dsp:sp>
    <dsp:sp modelId="{65D6C4F8-FFC2-4B21-A65E-5FB5252AA3EC}">
      <dsp:nvSpPr>
        <dsp:cNvPr id="0" name=""/>
        <dsp:cNvSpPr/>
      </dsp:nvSpPr>
      <dsp:spPr>
        <a:xfrm>
          <a:off x="0" y="2646745"/>
          <a:ext cx="6533071" cy="3528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87D465-4D3B-4416-B132-5BB5127C515E}">
      <dsp:nvSpPr>
        <dsp:cNvPr id="0" name=""/>
        <dsp:cNvSpPr/>
      </dsp:nvSpPr>
      <dsp:spPr>
        <a:xfrm>
          <a:off x="106741" y="2726140"/>
          <a:ext cx="194075" cy="1940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8CA871-8F01-4452-822F-2DA5B3F3E440}">
      <dsp:nvSpPr>
        <dsp:cNvPr id="0" name=""/>
        <dsp:cNvSpPr/>
      </dsp:nvSpPr>
      <dsp:spPr>
        <a:xfrm>
          <a:off x="407559" y="2646745"/>
          <a:ext cx="6125512" cy="352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45" tIns="37345" rIns="37345" bIns="37345" numCol="1" spcCol="1270" anchor="ctr" anchorCtr="0">
          <a:noAutofit/>
        </a:bodyPr>
        <a:lstStyle/>
        <a:p>
          <a:pPr marL="0" lvl="0" indent="0" algn="l" defTabSz="711200">
            <a:lnSpc>
              <a:spcPct val="100000"/>
            </a:lnSpc>
            <a:spcBef>
              <a:spcPct val="0"/>
            </a:spcBef>
            <a:spcAft>
              <a:spcPct val="35000"/>
            </a:spcAft>
            <a:buNone/>
          </a:pPr>
          <a:r>
            <a:rPr lang="en-US" sz="1600" kern="1200"/>
            <a:t>Cost structure</a:t>
          </a:r>
        </a:p>
      </dsp:txBody>
      <dsp:txXfrm>
        <a:off x="407559" y="2646745"/>
        <a:ext cx="6125512" cy="3528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6A43A-9108-443E-A5A6-B8869CE7732D}">
      <dsp:nvSpPr>
        <dsp:cNvPr id="0" name=""/>
        <dsp:cNvSpPr/>
      </dsp:nvSpPr>
      <dsp:spPr>
        <a:xfrm>
          <a:off x="0" y="491994"/>
          <a:ext cx="10927829" cy="1436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395732" rIns="848121"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a:t>The most promising solution for the hospital =&gt; our focus in the project </a:t>
          </a:r>
          <a:endParaRPr lang="en-US" sz="1900" kern="1200">
            <a:latin typeface="Calibri Light" panose="020F0302020204030204"/>
          </a:endParaRPr>
        </a:p>
        <a:p>
          <a:pPr marL="171450" lvl="1" indent="-171450" algn="l" defTabSz="844550">
            <a:lnSpc>
              <a:spcPct val="90000"/>
            </a:lnSpc>
            <a:spcBef>
              <a:spcPct val="0"/>
            </a:spcBef>
            <a:spcAft>
              <a:spcPct val="15000"/>
            </a:spcAft>
            <a:buChar char="•"/>
          </a:pPr>
          <a:r>
            <a:rPr lang="en-GB" sz="1900" kern="1200"/>
            <a:t>Several iterations with various feedback from staff </a:t>
          </a:r>
          <a:endParaRPr lang="en-US" sz="1900" kern="1200">
            <a:latin typeface="Calibri Light" panose="020F0302020204030204"/>
          </a:endParaRPr>
        </a:p>
        <a:p>
          <a:pPr marL="171450" lvl="1" indent="-171450" algn="l" defTabSz="844550">
            <a:lnSpc>
              <a:spcPct val="90000"/>
            </a:lnSpc>
            <a:spcBef>
              <a:spcPct val="0"/>
            </a:spcBef>
            <a:spcAft>
              <a:spcPct val="15000"/>
            </a:spcAft>
            <a:buChar char="•"/>
          </a:pPr>
          <a:r>
            <a:rPr lang="en-GB" sz="1900" kern="1200"/>
            <a:t>Final version:</a:t>
          </a:r>
          <a:r>
            <a:rPr lang="en-GB" sz="1900" kern="1200">
              <a:latin typeface="Calibri Light" panose="020F0302020204030204"/>
            </a:rPr>
            <a:t> </a:t>
          </a:r>
          <a:r>
            <a:rPr lang="fr-BE" sz="1900" b="1" u="sng" kern="1200">
              <a:hlinkClick xmlns:r="http://schemas.openxmlformats.org/officeDocument/2006/relationships" r:id="rId1"/>
            </a:rPr>
            <a:t>https://lord-melflam.github.io/saint-luc-bouges-g6-upstream-prototypes/</a:t>
          </a:r>
          <a:endParaRPr lang="en-US" sz="1900" kern="1200"/>
        </a:p>
      </dsp:txBody>
      <dsp:txXfrm>
        <a:off x="0" y="491994"/>
        <a:ext cx="10927829" cy="1436400"/>
      </dsp:txXfrm>
    </dsp:sp>
    <dsp:sp modelId="{195FFA62-634E-47DA-9533-385C3AA3FC74}">
      <dsp:nvSpPr>
        <dsp:cNvPr id="0" name=""/>
        <dsp:cNvSpPr/>
      </dsp:nvSpPr>
      <dsp:spPr>
        <a:xfrm>
          <a:off x="546391" y="211554"/>
          <a:ext cx="7649480"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844550">
            <a:lnSpc>
              <a:spcPct val="90000"/>
            </a:lnSpc>
            <a:spcBef>
              <a:spcPct val="0"/>
            </a:spcBef>
            <a:spcAft>
              <a:spcPct val="35000"/>
            </a:spcAft>
            <a:buNone/>
            <a:defRPr b="1"/>
          </a:pPr>
          <a:r>
            <a:rPr lang="en-GB" sz="1900" kern="1200"/>
            <a:t>Upstream : a platform to assist with bed planning</a:t>
          </a:r>
          <a:endParaRPr lang="en-US" sz="1900" kern="1200"/>
        </a:p>
      </dsp:txBody>
      <dsp:txXfrm>
        <a:off x="573771" y="238934"/>
        <a:ext cx="7594720" cy="506120"/>
      </dsp:txXfrm>
    </dsp:sp>
    <dsp:sp modelId="{2F3E625E-3D58-439D-B1D4-EA193FE39380}">
      <dsp:nvSpPr>
        <dsp:cNvPr id="0" name=""/>
        <dsp:cNvSpPr/>
      </dsp:nvSpPr>
      <dsp:spPr>
        <a:xfrm>
          <a:off x="0" y="2311435"/>
          <a:ext cx="10927829"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6BAE41-A809-4B8D-A928-6C7DAA0E8A71}">
      <dsp:nvSpPr>
        <dsp:cNvPr id="0" name=""/>
        <dsp:cNvSpPr/>
      </dsp:nvSpPr>
      <dsp:spPr>
        <a:xfrm>
          <a:off x="546391" y="2030995"/>
          <a:ext cx="7649480"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844550">
            <a:lnSpc>
              <a:spcPct val="90000"/>
            </a:lnSpc>
            <a:spcBef>
              <a:spcPct val="0"/>
            </a:spcBef>
            <a:spcAft>
              <a:spcPct val="35000"/>
            </a:spcAft>
            <a:buNone/>
            <a:defRPr b="1"/>
          </a:pPr>
          <a:r>
            <a:rPr lang="en-GB" sz="1900" kern="1200"/>
            <a:t>During : During: Document detailing a training program </a:t>
          </a:r>
          <a:endParaRPr lang="en-US" sz="1900" kern="1200"/>
        </a:p>
      </dsp:txBody>
      <dsp:txXfrm>
        <a:off x="573771" y="2058375"/>
        <a:ext cx="7594720" cy="506120"/>
      </dsp:txXfrm>
    </dsp:sp>
    <dsp:sp modelId="{B19B77D0-E921-4102-A250-CAFCCE73A85E}">
      <dsp:nvSpPr>
        <dsp:cNvPr id="0" name=""/>
        <dsp:cNvSpPr/>
      </dsp:nvSpPr>
      <dsp:spPr>
        <a:xfrm>
          <a:off x="0" y="3173275"/>
          <a:ext cx="10927829" cy="8079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395732" rIns="848121"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a:t>Insufficient budget</a:t>
          </a:r>
          <a:endParaRPr lang="en-US" sz="1900" kern="1200"/>
        </a:p>
      </dsp:txBody>
      <dsp:txXfrm>
        <a:off x="0" y="3173275"/>
        <a:ext cx="10927829" cy="807975"/>
      </dsp:txXfrm>
    </dsp:sp>
    <dsp:sp modelId="{19E3861C-DFB3-46ED-BA7E-FB37634EAD25}">
      <dsp:nvSpPr>
        <dsp:cNvPr id="0" name=""/>
        <dsp:cNvSpPr/>
      </dsp:nvSpPr>
      <dsp:spPr>
        <a:xfrm>
          <a:off x="546391" y="2892835"/>
          <a:ext cx="7649480"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844550">
            <a:lnSpc>
              <a:spcPct val="90000"/>
            </a:lnSpc>
            <a:spcBef>
              <a:spcPct val="0"/>
            </a:spcBef>
            <a:spcAft>
              <a:spcPct val="35000"/>
            </a:spcAft>
            <a:buNone/>
            <a:defRPr b="1"/>
          </a:pPr>
          <a:r>
            <a:rPr lang="en-GB" sz="1900" kern="1200"/>
            <a:t>Downstream : Post-discharge waiting room </a:t>
          </a:r>
          <a:endParaRPr lang="en-US" sz="1900" kern="1200"/>
        </a:p>
      </dsp:txBody>
      <dsp:txXfrm>
        <a:off x="573771" y="2920215"/>
        <a:ext cx="7594720" cy="506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88B86B-1B4C-4037-9792-82C42A8E420C}">
      <dsp:nvSpPr>
        <dsp:cNvPr id="0" name=""/>
        <dsp:cNvSpPr/>
      </dsp:nvSpPr>
      <dsp:spPr>
        <a:xfrm>
          <a:off x="0" y="0"/>
          <a:ext cx="8742263" cy="81166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GB" sz="3200" kern="1200"/>
            <a:t>Tests conducted with hospital </a:t>
          </a:r>
          <a:r>
            <a:rPr lang="en-GB" sz="3200" kern="1200">
              <a:latin typeface="Calibri Light" panose="020F0302020204030204"/>
            </a:rPr>
            <a:t>staff</a:t>
          </a:r>
          <a:endParaRPr lang="en-US" sz="3200" kern="1200">
            <a:latin typeface="Calibri Light" panose="020F0302020204030204"/>
          </a:endParaRPr>
        </a:p>
      </dsp:txBody>
      <dsp:txXfrm>
        <a:off x="23773" y="23773"/>
        <a:ext cx="7797822" cy="764123"/>
      </dsp:txXfrm>
    </dsp:sp>
    <dsp:sp modelId="{D3B89018-9C34-4707-A44D-2246A3C14EB9}">
      <dsp:nvSpPr>
        <dsp:cNvPr id="0" name=""/>
        <dsp:cNvSpPr/>
      </dsp:nvSpPr>
      <dsp:spPr>
        <a:xfrm>
          <a:off x="732164" y="959245"/>
          <a:ext cx="8742263" cy="811669"/>
        </a:xfrm>
        <a:prstGeom prst="roundRect">
          <a:avLst>
            <a:gd name="adj" fmla="val 10000"/>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Post-test feedback to improve the platform</a:t>
          </a:r>
          <a:endParaRPr lang="en-US" sz="3200" kern="1200">
            <a:latin typeface="Calibri Light" panose="020F0302020204030204"/>
          </a:endParaRPr>
        </a:p>
      </dsp:txBody>
      <dsp:txXfrm>
        <a:off x="755937" y="983018"/>
        <a:ext cx="7434967" cy="764123"/>
      </dsp:txXfrm>
    </dsp:sp>
    <dsp:sp modelId="{E5DF7886-55EE-4918-80BD-614B794BA50A}">
      <dsp:nvSpPr>
        <dsp:cNvPr id="0" name=""/>
        <dsp:cNvSpPr/>
      </dsp:nvSpPr>
      <dsp:spPr>
        <a:xfrm>
          <a:off x="1453401" y="1918490"/>
          <a:ext cx="8742263" cy="811669"/>
        </a:xfrm>
        <a:prstGeom prst="roundRect">
          <a:avLst>
            <a:gd name="adj" fmla="val 10000"/>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Platform validated</a:t>
          </a:r>
          <a:endParaRPr lang="en-US" sz="3200" kern="1200">
            <a:latin typeface="Calibri Light" panose="020F0302020204030204"/>
          </a:endParaRPr>
        </a:p>
      </dsp:txBody>
      <dsp:txXfrm>
        <a:off x="1477174" y="1942263"/>
        <a:ext cx="7445895" cy="764123"/>
      </dsp:txXfrm>
    </dsp:sp>
    <dsp:sp modelId="{65139FBF-68D4-44C7-9D29-5E5094A78AF1}">
      <dsp:nvSpPr>
        <dsp:cNvPr id="0" name=""/>
        <dsp:cNvSpPr/>
      </dsp:nvSpPr>
      <dsp:spPr>
        <a:xfrm>
          <a:off x="2185565" y="2877735"/>
          <a:ext cx="8742263" cy="811669"/>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GB" sz="3200" kern="1200"/>
            <a:t>Interest in our solution for the future</a:t>
          </a:r>
          <a:endParaRPr lang="en-US" sz="3200" kern="1200"/>
        </a:p>
      </dsp:txBody>
      <dsp:txXfrm>
        <a:off x="2209338" y="2901508"/>
        <a:ext cx="7434967" cy="764123"/>
      </dsp:txXfrm>
    </dsp:sp>
    <dsp:sp modelId="{4382A37F-0AD6-401E-A067-ABD9B3483DF1}">
      <dsp:nvSpPr>
        <dsp:cNvPr id="0" name=""/>
        <dsp:cNvSpPr/>
      </dsp:nvSpPr>
      <dsp:spPr>
        <a:xfrm>
          <a:off x="8214678" y="621664"/>
          <a:ext cx="527584" cy="527584"/>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kern="1200"/>
        </a:p>
        <a:p>
          <a:pPr marL="0" lvl="0" indent="0" algn="ctr" defTabSz="488950">
            <a:lnSpc>
              <a:spcPct val="90000"/>
            </a:lnSpc>
            <a:spcBef>
              <a:spcPct val="0"/>
            </a:spcBef>
            <a:spcAft>
              <a:spcPct val="35000"/>
            </a:spcAft>
            <a:buNone/>
          </a:pPr>
          <a:endParaRPr lang="en-US" sz="1100" kern="1200"/>
        </a:p>
      </dsp:txBody>
      <dsp:txXfrm>
        <a:off x="8333384" y="621664"/>
        <a:ext cx="290172" cy="397007"/>
      </dsp:txXfrm>
    </dsp:sp>
    <dsp:sp modelId="{1D436C8F-EE2E-49AD-81EC-FE98D26A5057}">
      <dsp:nvSpPr>
        <dsp:cNvPr id="0" name=""/>
        <dsp:cNvSpPr/>
      </dsp:nvSpPr>
      <dsp:spPr>
        <a:xfrm>
          <a:off x="8946842" y="1580910"/>
          <a:ext cx="527584" cy="527584"/>
        </a:xfrm>
        <a:prstGeom prst="downArrow">
          <a:avLst>
            <a:gd name="adj1" fmla="val 55000"/>
            <a:gd name="adj2" fmla="val 45000"/>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kern="1200"/>
        </a:p>
        <a:p>
          <a:pPr marL="0" lvl="0" indent="0" algn="ctr" defTabSz="488950">
            <a:lnSpc>
              <a:spcPct val="90000"/>
            </a:lnSpc>
            <a:spcBef>
              <a:spcPct val="0"/>
            </a:spcBef>
            <a:spcAft>
              <a:spcPct val="35000"/>
            </a:spcAft>
            <a:buNone/>
          </a:pPr>
          <a:endParaRPr lang="en-US" sz="1100" kern="1200"/>
        </a:p>
      </dsp:txBody>
      <dsp:txXfrm>
        <a:off x="9065548" y="1580910"/>
        <a:ext cx="290172" cy="397007"/>
      </dsp:txXfrm>
    </dsp:sp>
    <dsp:sp modelId="{E4F5C4C9-460E-4AD7-B6FD-46AFC7473A6E}">
      <dsp:nvSpPr>
        <dsp:cNvPr id="0" name=""/>
        <dsp:cNvSpPr/>
      </dsp:nvSpPr>
      <dsp:spPr>
        <a:xfrm>
          <a:off x="9668079" y="2540155"/>
          <a:ext cx="527584" cy="527584"/>
        </a:xfrm>
        <a:prstGeom prst="downArrow">
          <a:avLst>
            <a:gd name="adj1" fmla="val 55000"/>
            <a:gd name="adj2" fmla="val 45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kern="1200"/>
        </a:p>
        <a:p>
          <a:pPr marL="0" lvl="0" indent="0" algn="ctr" defTabSz="488950">
            <a:lnSpc>
              <a:spcPct val="90000"/>
            </a:lnSpc>
            <a:spcBef>
              <a:spcPct val="0"/>
            </a:spcBef>
            <a:spcAft>
              <a:spcPct val="35000"/>
            </a:spcAft>
            <a:buNone/>
          </a:pPr>
          <a:endParaRPr lang="en-US" sz="1100" kern="1200"/>
        </a:p>
      </dsp:txBody>
      <dsp:txXfrm>
        <a:off x="9786785" y="2540155"/>
        <a:ext cx="290172" cy="3970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B55B43-788C-4EF3-99C7-B15F4A6F7620}">
      <dsp:nvSpPr>
        <dsp:cNvPr id="0" name=""/>
        <dsp:cNvSpPr/>
      </dsp:nvSpPr>
      <dsp:spPr>
        <a:xfrm>
          <a:off x="407836" y="1192868"/>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C87C193-F469-4ECB-9543-922F0325AC29}">
      <dsp:nvSpPr>
        <dsp:cNvPr id="0" name=""/>
        <dsp:cNvSpPr/>
      </dsp:nvSpPr>
      <dsp:spPr>
        <a:xfrm>
          <a:off x="2748" y="2087941"/>
          <a:ext cx="1473046" cy="58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GB" sz="1300" kern="1200"/>
            <a:t>A rewarding project </a:t>
          </a:r>
          <a:endParaRPr lang="en-US" sz="1300" kern="1200">
            <a:latin typeface="Calibri Light" panose="020F0302020204030204"/>
          </a:endParaRPr>
        </a:p>
      </dsp:txBody>
      <dsp:txXfrm>
        <a:off x="2748" y="2087941"/>
        <a:ext cx="1473046" cy="589218"/>
      </dsp:txXfrm>
    </dsp:sp>
    <dsp:sp modelId="{4892CE57-F168-472F-A32E-4D44407CC8E8}">
      <dsp:nvSpPr>
        <dsp:cNvPr id="0" name=""/>
        <dsp:cNvSpPr/>
      </dsp:nvSpPr>
      <dsp:spPr>
        <a:xfrm>
          <a:off x="2138666" y="1192868"/>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ED3B7C66-C9BD-4582-8F06-6435EF2F8994}">
      <dsp:nvSpPr>
        <dsp:cNvPr id="0" name=""/>
        <dsp:cNvSpPr/>
      </dsp:nvSpPr>
      <dsp:spPr>
        <a:xfrm>
          <a:off x="1733578" y="2087941"/>
          <a:ext cx="1473046" cy="58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GB" sz="1300" kern="1200"/>
            <a:t>Real-world problems to solve (in the field) </a:t>
          </a:r>
          <a:endParaRPr lang="en-US" sz="1300" kern="1200">
            <a:latin typeface="Calibri Light" panose="020F0302020204030204"/>
          </a:endParaRPr>
        </a:p>
      </dsp:txBody>
      <dsp:txXfrm>
        <a:off x="1733578" y="2087941"/>
        <a:ext cx="1473046" cy="589218"/>
      </dsp:txXfrm>
    </dsp:sp>
    <dsp:sp modelId="{3BD5F8A9-23D5-4451-9A3E-764FB43F01BA}">
      <dsp:nvSpPr>
        <dsp:cNvPr id="0" name=""/>
        <dsp:cNvSpPr/>
      </dsp:nvSpPr>
      <dsp:spPr>
        <a:xfrm>
          <a:off x="3869496" y="1192868"/>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8A4FB6B-02C2-4DDC-9C31-D7F881EABEE5}">
      <dsp:nvSpPr>
        <dsp:cNvPr id="0" name=""/>
        <dsp:cNvSpPr/>
      </dsp:nvSpPr>
      <dsp:spPr>
        <a:xfrm>
          <a:off x="3464408" y="2087941"/>
          <a:ext cx="1473046" cy="58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GB" sz="1300" kern="1200"/>
            <a:t>Interesting interdisciplinary work </a:t>
          </a:r>
          <a:endParaRPr lang="en-US" sz="1300" kern="1200">
            <a:latin typeface="Calibri Light" panose="020F0302020204030204"/>
          </a:endParaRPr>
        </a:p>
      </dsp:txBody>
      <dsp:txXfrm>
        <a:off x="3464408" y="2087941"/>
        <a:ext cx="1473046" cy="589218"/>
      </dsp:txXfrm>
    </dsp:sp>
    <dsp:sp modelId="{D992FAA1-7FE1-4C0E-91AE-041F8F2841AF}">
      <dsp:nvSpPr>
        <dsp:cNvPr id="0" name=""/>
        <dsp:cNvSpPr/>
      </dsp:nvSpPr>
      <dsp:spPr>
        <a:xfrm>
          <a:off x="5600326" y="1192868"/>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2B165177-80A6-4983-90CF-B5F6BBA16373}">
      <dsp:nvSpPr>
        <dsp:cNvPr id="0" name=""/>
        <dsp:cNvSpPr/>
      </dsp:nvSpPr>
      <dsp:spPr>
        <a:xfrm>
          <a:off x="5195238" y="2087941"/>
          <a:ext cx="1473046" cy="58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GB" sz="1300" kern="1200"/>
            <a:t>Learning for the future</a:t>
          </a:r>
          <a:endParaRPr lang="en-US" sz="1300" kern="1200"/>
        </a:p>
      </dsp:txBody>
      <dsp:txXfrm>
        <a:off x="5195238" y="2087941"/>
        <a:ext cx="1473046" cy="58921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0685E3-8FC4-4122-B765-DC2347C151D2}" type="datetimeFigureOut">
              <a:rPr lang="en-GB" smtClean="0"/>
              <a:t>12/05/2026</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98FD3-9100-4636-88C5-0555ECD91B2C}" type="slidenum">
              <a:rPr lang="en-GB" smtClean="0"/>
              <a:t>‹#›</a:t>
            </a:fld>
            <a:endParaRPr lang="en-GB"/>
          </a:p>
        </p:txBody>
      </p:sp>
    </p:spTree>
    <p:extLst>
      <p:ext uri="{BB962C8B-B14F-4D97-AF65-F5344CB8AC3E}">
        <p14:creationId xmlns:p14="http://schemas.microsoft.com/office/powerpoint/2010/main" val="143637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F5E98FD3-9100-4636-88C5-0555ECD91B2C}" type="slidenum">
              <a:rPr lang="en-GB" smtClean="0"/>
              <a:t>14</a:t>
            </a:fld>
            <a:endParaRPr lang="en-GB"/>
          </a:p>
        </p:txBody>
      </p:sp>
    </p:spTree>
    <p:extLst>
      <p:ext uri="{BB962C8B-B14F-4D97-AF65-F5344CB8AC3E}">
        <p14:creationId xmlns:p14="http://schemas.microsoft.com/office/powerpoint/2010/main" val="2810949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F5E98FD3-9100-4636-88C5-0555ECD91B2C}" type="slidenum">
              <a:rPr lang="en-GB" smtClean="0"/>
              <a:t>22</a:t>
            </a:fld>
            <a:endParaRPr lang="en-GB"/>
          </a:p>
        </p:txBody>
      </p:sp>
    </p:spTree>
    <p:extLst>
      <p:ext uri="{BB962C8B-B14F-4D97-AF65-F5344CB8AC3E}">
        <p14:creationId xmlns:p14="http://schemas.microsoft.com/office/powerpoint/2010/main" val="3708173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979F9F-287C-047F-92F2-4F37DF73334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GB"/>
          </a:p>
        </p:txBody>
      </p:sp>
      <p:sp>
        <p:nvSpPr>
          <p:cNvPr id="3" name="Sous-titre 2">
            <a:extLst>
              <a:ext uri="{FF2B5EF4-FFF2-40B4-BE49-F238E27FC236}">
                <a16:creationId xmlns:a16="http://schemas.microsoft.com/office/drawing/2014/main" id="{9DBC8125-2754-8DAD-AFCE-48D6B19B54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4" name="Espace réservé de la date 3">
            <a:extLst>
              <a:ext uri="{FF2B5EF4-FFF2-40B4-BE49-F238E27FC236}">
                <a16:creationId xmlns:a16="http://schemas.microsoft.com/office/drawing/2014/main" id="{9D0161FF-EA7E-14E8-9371-60EA65FCC85E}"/>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5" name="Espace réservé du pied de page 4">
            <a:extLst>
              <a:ext uri="{FF2B5EF4-FFF2-40B4-BE49-F238E27FC236}">
                <a16:creationId xmlns:a16="http://schemas.microsoft.com/office/drawing/2014/main" id="{D9038EAF-9467-929D-3E97-6C7B265EB03E}"/>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05AC7734-4B3D-77C6-137C-FC88B4710E61}"/>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1146216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4EFB01-5722-D887-564D-C3EC3E631D35}"/>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FBEEDCE7-23FB-FEEF-6F78-FE42B9C3318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B80F2922-ADCC-D736-23FC-4AE96A4A060C}"/>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5" name="Espace réservé du pied de page 4">
            <a:extLst>
              <a:ext uri="{FF2B5EF4-FFF2-40B4-BE49-F238E27FC236}">
                <a16:creationId xmlns:a16="http://schemas.microsoft.com/office/drawing/2014/main" id="{5AAAF3C0-3AC0-AA43-6F7A-CC5EB2279CC4}"/>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0F0FE4B7-07C6-D718-0886-976F3B6C90C3}"/>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2913908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829857-997F-2AEE-717C-11839D76AC0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GB"/>
          </a:p>
        </p:txBody>
      </p:sp>
      <p:sp>
        <p:nvSpPr>
          <p:cNvPr id="3" name="Espace réservé du texte 2">
            <a:extLst>
              <a:ext uri="{FF2B5EF4-FFF2-40B4-BE49-F238E27FC236}">
                <a16:creationId xmlns:a16="http://schemas.microsoft.com/office/drawing/2014/main" id="{BFEEAC54-FA1B-6C48-62E9-05FAEF07C0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B81858E-EDC9-B1DF-9A90-A5EDF1BB9B27}"/>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5" name="Espace réservé du pied de page 4">
            <a:extLst>
              <a:ext uri="{FF2B5EF4-FFF2-40B4-BE49-F238E27FC236}">
                <a16:creationId xmlns:a16="http://schemas.microsoft.com/office/drawing/2014/main" id="{AC204737-EFED-C462-49A6-F6A1F814125B}"/>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9434D98D-FFFB-9C84-C293-E1E5D3835FC9}"/>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240579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604583-C9E0-F528-3E6C-D4432C493EBA}"/>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4B356F9A-9EBF-1EB9-66DE-20875DD2BE0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contenu 3">
            <a:extLst>
              <a:ext uri="{FF2B5EF4-FFF2-40B4-BE49-F238E27FC236}">
                <a16:creationId xmlns:a16="http://schemas.microsoft.com/office/drawing/2014/main" id="{2753DEC5-B5F9-0281-647E-3F14F10188F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e la date 4">
            <a:extLst>
              <a:ext uri="{FF2B5EF4-FFF2-40B4-BE49-F238E27FC236}">
                <a16:creationId xmlns:a16="http://schemas.microsoft.com/office/drawing/2014/main" id="{3B85402B-DF00-B0C7-4EBD-F9AA4DD2A414}"/>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6" name="Espace réservé du pied de page 5">
            <a:extLst>
              <a:ext uri="{FF2B5EF4-FFF2-40B4-BE49-F238E27FC236}">
                <a16:creationId xmlns:a16="http://schemas.microsoft.com/office/drawing/2014/main" id="{7CA0B486-A78D-2524-8F44-8567D83014F2}"/>
              </a:ext>
            </a:extLst>
          </p:cNvPr>
          <p:cNvSpPr>
            <a:spLocks noGrp="1"/>
          </p:cNvSpPr>
          <p:nvPr>
            <p:ph type="ftr" sz="quarter" idx="11"/>
          </p:nvPr>
        </p:nvSpPr>
        <p:spPr/>
        <p:txBody>
          <a:bodyPr/>
          <a:lstStyle/>
          <a:p>
            <a:endParaRPr lang="en-GB"/>
          </a:p>
        </p:txBody>
      </p:sp>
      <p:sp>
        <p:nvSpPr>
          <p:cNvPr id="7" name="Espace réservé du numéro de diapositive 6">
            <a:extLst>
              <a:ext uri="{FF2B5EF4-FFF2-40B4-BE49-F238E27FC236}">
                <a16:creationId xmlns:a16="http://schemas.microsoft.com/office/drawing/2014/main" id="{EC8EBC67-F533-F337-22E2-8096C4EAB6E6}"/>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2792963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5237B6-F480-ED59-C246-31B76359B9A5}"/>
              </a:ext>
            </a:extLst>
          </p:cNvPr>
          <p:cNvSpPr>
            <a:spLocks noGrp="1"/>
          </p:cNvSpPr>
          <p:nvPr>
            <p:ph type="title"/>
          </p:nvPr>
        </p:nvSpPr>
        <p:spPr>
          <a:xfrm>
            <a:off x="839788" y="365125"/>
            <a:ext cx="10515600" cy="1325563"/>
          </a:xfrm>
        </p:spPr>
        <p:txBody>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E4CF5EA4-6334-9754-0F06-ED5693BC32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3BCF7DD-01C6-1110-8F19-51C7BAF0D8B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u texte 4">
            <a:extLst>
              <a:ext uri="{FF2B5EF4-FFF2-40B4-BE49-F238E27FC236}">
                <a16:creationId xmlns:a16="http://schemas.microsoft.com/office/drawing/2014/main" id="{24DED363-2CD2-773C-2EC6-50098818D4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B485357-39A4-173F-71F9-E508EA572A9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Espace réservé de la date 6">
            <a:extLst>
              <a:ext uri="{FF2B5EF4-FFF2-40B4-BE49-F238E27FC236}">
                <a16:creationId xmlns:a16="http://schemas.microsoft.com/office/drawing/2014/main" id="{D1B5F89F-F3B8-BAE8-5F71-C4606DF35B5E}"/>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8" name="Espace réservé du pied de page 7">
            <a:extLst>
              <a:ext uri="{FF2B5EF4-FFF2-40B4-BE49-F238E27FC236}">
                <a16:creationId xmlns:a16="http://schemas.microsoft.com/office/drawing/2014/main" id="{AEF5CF32-FE1D-1366-9D55-6A6396225479}"/>
              </a:ext>
            </a:extLst>
          </p:cNvPr>
          <p:cNvSpPr>
            <a:spLocks noGrp="1"/>
          </p:cNvSpPr>
          <p:nvPr>
            <p:ph type="ftr" sz="quarter" idx="11"/>
          </p:nvPr>
        </p:nvSpPr>
        <p:spPr/>
        <p:txBody>
          <a:bodyPr/>
          <a:lstStyle/>
          <a:p>
            <a:endParaRPr lang="en-GB"/>
          </a:p>
        </p:txBody>
      </p:sp>
      <p:sp>
        <p:nvSpPr>
          <p:cNvPr id="9" name="Espace réservé du numéro de diapositive 8">
            <a:extLst>
              <a:ext uri="{FF2B5EF4-FFF2-40B4-BE49-F238E27FC236}">
                <a16:creationId xmlns:a16="http://schemas.microsoft.com/office/drawing/2014/main" id="{0E557E53-FFCF-7024-F2BE-F14637AD868B}"/>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1143799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1335B0-2493-8D43-7296-650D3A2621BB}"/>
              </a:ext>
            </a:extLst>
          </p:cNvPr>
          <p:cNvSpPr>
            <a:spLocks noGrp="1"/>
          </p:cNvSpPr>
          <p:nvPr>
            <p:ph type="title"/>
          </p:nvPr>
        </p:nvSpPr>
        <p:spPr/>
        <p:txBody>
          <a:bodyPr/>
          <a:lstStyle/>
          <a:p>
            <a:r>
              <a:rPr lang="fr-FR"/>
              <a:t>Modifiez le style du titre</a:t>
            </a:r>
            <a:endParaRPr lang="en-GB"/>
          </a:p>
        </p:txBody>
      </p:sp>
      <p:sp>
        <p:nvSpPr>
          <p:cNvPr id="3" name="Espace réservé de la date 2">
            <a:extLst>
              <a:ext uri="{FF2B5EF4-FFF2-40B4-BE49-F238E27FC236}">
                <a16:creationId xmlns:a16="http://schemas.microsoft.com/office/drawing/2014/main" id="{84848043-199A-BEC3-FF82-D970679AA978}"/>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4" name="Espace réservé du pied de page 3">
            <a:extLst>
              <a:ext uri="{FF2B5EF4-FFF2-40B4-BE49-F238E27FC236}">
                <a16:creationId xmlns:a16="http://schemas.microsoft.com/office/drawing/2014/main" id="{B3400BD9-C290-E34D-B70C-6FE726BAC602}"/>
              </a:ext>
            </a:extLst>
          </p:cNvPr>
          <p:cNvSpPr>
            <a:spLocks noGrp="1"/>
          </p:cNvSpPr>
          <p:nvPr>
            <p:ph type="ftr" sz="quarter" idx="11"/>
          </p:nvPr>
        </p:nvSpPr>
        <p:spPr/>
        <p:txBody>
          <a:bodyPr/>
          <a:lstStyle/>
          <a:p>
            <a:endParaRPr lang="en-GB"/>
          </a:p>
        </p:txBody>
      </p:sp>
      <p:sp>
        <p:nvSpPr>
          <p:cNvPr id="5" name="Espace réservé du numéro de diapositive 4">
            <a:extLst>
              <a:ext uri="{FF2B5EF4-FFF2-40B4-BE49-F238E27FC236}">
                <a16:creationId xmlns:a16="http://schemas.microsoft.com/office/drawing/2014/main" id="{E3B73D3A-0E43-104A-ADC6-327E286C7B44}"/>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2957787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C17D1FC-2D35-F2A1-998D-3A6AA5EAF7CA}"/>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3" name="Espace réservé du pied de page 2">
            <a:extLst>
              <a:ext uri="{FF2B5EF4-FFF2-40B4-BE49-F238E27FC236}">
                <a16:creationId xmlns:a16="http://schemas.microsoft.com/office/drawing/2014/main" id="{17961520-F8ED-E0DC-89C0-03D2C908073C}"/>
              </a:ext>
            </a:extLst>
          </p:cNvPr>
          <p:cNvSpPr>
            <a:spLocks noGrp="1"/>
          </p:cNvSpPr>
          <p:nvPr>
            <p:ph type="ftr" sz="quarter" idx="11"/>
          </p:nvPr>
        </p:nvSpPr>
        <p:spPr/>
        <p:txBody>
          <a:bodyPr/>
          <a:lstStyle/>
          <a:p>
            <a:endParaRPr lang="en-GB"/>
          </a:p>
        </p:txBody>
      </p:sp>
      <p:sp>
        <p:nvSpPr>
          <p:cNvPr id="4" name="Espace réservé du numéro de diapositive 3">
            <a:extLst>
              <a:ext uri="{FF2B5EF4-FFF2-40B4-BE49-F238E27FC236}">
                <a16:creationId xmlns:a16="http://schemas.microsoft.com/office/drawing/2014/main" id="{82842EFF-F32F-11D0-F42A-2B7C35325103}"/>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1419779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02A068-109D-A8FB-F7CC-8F9C3C419BC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du contenu 2">
            <a:extLst>
              <a:ext uri="{FF2B5EF4-FFF2-40B4-BE49-F238E27FC236}">
                <a16:creationId xmlns:a16="http://schemas.microsoft.com/office/drawing/2014/main" id="{F6B5B26B-4948-11BD-A896-11AECFCBC7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texte 3">
            <a:extLst>
              <a:ext uri="{FF2B5EF4-FFF2-40B4-BE49-F238E27FC236}">
                <a16:creationId xmlns:a16="http://schemas.microsoft.com/office/drawing/2014/main" id="{CC411A83-4405-20D9-C2DE-1D8F51BD86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62BEE97-2062-A326-25F3-34850415DC2F}"/>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6" name="Espace réservé du pied de page 5">
            <a:extLst>
              <a:ext uri="{FF2B5EF4-FFF2-40B4-BE49-F238E27FC236}">
                <a16:creationId xmlns:a16="http://schemas.microsoft.com/office/drawing/2014/main" id="{F0E23103-3B96-50F5-E03A-9ADBDCDC145F}"/>
              </a:ext>
            </a:extLst>
          </p:cNvPr>
          <p:cNvSpPr>
            <a:spLocks noGrp="1"/>
          </p:cNvSpPr>
          <p:nvPr>
            <p:ph type="ftr" sz="quarter" idx="11"/>
          </p:nvPr>
        </p:nvSpPr>
        <p:spPr/>
        <p:txBody>
          <a:bodyPr/>
          <a:lstStyle/>
          <a:p>
            <a:endParaRPr lang="en-GB"/>
          </a:p>
        </p:txBody>
      </p:sp>
      <p:sp>
        <p:nvSpPr>
          <p:cNvPr id="7" name="Espace réservé du numéro de diapositive 6">
            <a:extLst>
              <a:ext uri="{FF2B5EF4-FFF2-40B4-BE49-F238E27FC236}">
                <a16:creationId xmlns:a16="http://schemas.microsoft.com/office/drawing/2014/main" id="{A7778B72-16DB-1294-2009-4CDAAB437A59}"/>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2121368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7AF25C-B572-084F-4A3D-6CE11738F78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pour une image  2">
            <a:extLst>
              <a:ext uri="{FF2B5EF4-FFF2-40B4-BE49-F238E27FC236}">
                <a16:creationId xmlns:a16="http://schemas.microsoft.com/office/drawing/2014/main" id="{1E8235AF-7F34-4B9A-598B-B587F66908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Espace réservé du texte 3">
            <a:extLst>
              <a:ext uri="{FF2B5EF4-FFF2-40B4-BE49-F238E27FC236}">
                <a16:creationId xmlns:a16="http://schemas.microsoft.com/office/drawing/2014/main" id="{C09984F6-C957-22ED-50DD-042670A62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1DD35B0-1E7B-9645-1156-C42C60AB52CD}"/>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6" name="Espace réservé du pied de page 5">
            <a:extLst>
              <a:ext uri="{FF2B5EF4-FFF2-40B4-BE49-F238E27FC236}">
                <a16:creationId xmlns:a16="http://schemas.microsoft.com/office/drawing/2014/main" id="{513089CF-9CE6-E6C2-9C8B-CEBBCE5CE71D}"/>
              </a:ext>
            </a:extLst>
          </p:cNvPr>
          <p:cNvSpPr>
            <a:spLocks noGrp="1"/>
          </p:cNvSpPr>
          <p:nvPr>
            <p:ph type="ftr" sz="quarter" idx="11"/>
          </p:nvPr>
        </p:nvSpPr>
        <p:spPr/>
        <p:txBody>
          <a:bodyPr/>
          <a:lstStyle/>
          <a:p>
            <a:endParaRPr lang="en-GB"/>
          </a:p>
        </p:txBody>
      </p:sp>
      <p:sp>
        <p:nvSpPr>
          <p:cNvPr id="7" name="Espace réservé du numéro de diapositive 6">
            <a:extLst>
              <a:ext uri="{FF2B5EF4-FFF2-40B4-BE49-F238E27FC236}">
                <a16:creationId xmlns:a16="http://schemas.microsoft.com/office/drawing/2014/main" id="{3C3F1E4B-1A5A-4341-469D-E46F3C86C9AF}"/>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194581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55CCE5-DC68-FEAD-8555-D90A646C5DBA}"/>
              </a:ext>
            </a:extLst>
          </p:cNvPr>
          <p:cNvSpPr>
            <a:spLocks noGrp="1"/>
          </p:cNvSpPr>
          <p:nvPr>
            <p:ph type="title"/>
          </p:nvPr>
        </p:nvSpPr>
        <p:spPr/>
        <p:txBody>
          <a:bodyPr/>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9EE6454C-6BE5-2592-3DE4-D4DEE95C285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4B9741AE-FD80-050A-840E-9501A7FC96F5}"/>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5" name="Espace réservé du pied de page 4">
            <a:extLst>
              <a:ext uri="{FF2B5EF4-FFF2-40B4-BE49-F238E27FC236}">
                <a16:creationId xmlns:a16="http://schemas.microsoft.com/office/drawing/2014/main" id="{58863D5E-7685-40E8-61FF-8B535DBD4483}"/>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2A5D8237-BDF8-BE3E-E539-FA9EB1962171}"/>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2780108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4252905-B7BB-4A10-6C82-1A9CBFD752DD}"/>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D7DD753B-2D77-0338-5BE3-14AB94FAF2D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C2090146-9F26-4493-0FFF-DCE991A26BBE}"/>
              </a:ext>
            </a:extLst>
          </p:cNvPr>
          <p:cNvSpPr>
            <a:spLocks noGrp="1"/>
          </p:cNvSpPr>
          <p:nvPr>
            <p:ph type="dt" sz="half" idx="10"/>
          </p:nvPr>
        </p:nvSpPr>
        <p:spPr/>
        <p:txBody>
          <a:bodyPr/>
          <a:lstStyle/>
          <a:p>
            <a:fld id="{F61FA692-DFBF-45C8-A2F5-3DE7E5FAB303}" type="datetimeFigureOut">
              <a:rPr lang="en-GB" smtClean="0"/>
              <a:t>12/05/2026</a:t>
            </a:fld>
            <a:endParaRPr lang="en-GB"/>
          </a:p>
        </p:txBody>
      </p:sp>
      <p:sp>
        <p:nvSpPr>
          <p:cNvPr id="5" name="Espace réservé du pied de page 4">
            <a:extLst>
              <a:ext uri="{FF2B5EF4-FFF2-40B4-BE49-F238E27FC236}">
                <a16:creationId xmlns:a16="http://schemas.microsoft.com/office/drawing/2014/main" id="{71A0E830-0304-5A02-238E-A39B28132456}"/>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28273873-0355-35E0-D1B8-238CB552ADB9}"/>
              </a:ext>
            </a:extLst>
          </p:cNvPr>
          <p:cNvSpPr>
            <a:spLocks noGrp="1"/>
          </p:cNvSpPr>
          <p:nvPr>
            <p:ph type="sldNum" sz="quarter" idx="12"/>
          </p:nvPr>
        </p:nvSpPr>
        <p:spPr/>
        <p:txBody>
          <a:bodyPr/>
          <a:lstStyle/>
          <a:p>
            <a:fld id="{9B091498-AE99-4865-9C4B-27AFCA3253D8}" type="slidenum">
              <a:rPr lang="en-GB" smtClean="0"/>
              <a:t>‹#›</a:t>
            </a:fld>
            <a:endParaRPr lang="en-GB"/>
          </a:p>
        </p:txBody>
      </p:sp>
    </p:spTree>
    <p:extLst>
      <p:ext uri="{BB962C8B-B14F-4D97-AF65-F5344CB8AC3E}">
        <p14:creationId xmlns:p14="http://schemas.microsoft.com/office/powerpoint/2010/main" val="1962523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02ADD49-BC15-B26E-D9AC-353771B512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26A12AB8-0BF7-04CE-1AAB-5B15F4CCFC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F7616863-3190-8019-ECF9-AB585BC543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1FA692-DFBF-45C8-A2F5-3DE7E5FAB303}" type="datetimeFigureOut">
              <a:rPr lang="en-GB" smtClean="0"/>
              <a:t>12/05/2026</a:t>
            </a:fld>
            <a:endParaRPr lang="en-GB"/>
          </a:p>
        </p:txBody>
      </p:sp>
      <p:sp>
        <p:nvSpPr>
          <p:cNvPr id="5" name="Espace réservé du pied de page 4">
            <a:extLst>
              <a:ext uri="{FF2B5EF4-FFF2-40B4-BE49-F238E27FC236}">
                <a16:creationId xmlns:a16="http://schemas.microsoft.com/office/drawing/2014/main" id="{B921F29C-2533-0842-2432-889F650B3C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Espace réservé du numéro de diapositive 5">
            <a:extLst>
              <a:ext uri="{FF2B5EF4-FFF2-40B4-BE49-F238E27FC236}">
                <a16:creationId xmlns:a16="http://schemas.microsoft.com/office/drawing/2014/main" id="{D981F578-C0C8-BA18-AE22-1FD4E8946F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091498-AE99-4865-9C4B-27AFCA3253D8}" type="slidenum">
              <a:rPr lang="en-GB" smtClean="0"/>
              <a:t>‹#›</a:t>
            </a:fld>
            <a:endParaRPr lang="en-GB"/>
          </a:p>
        </p:txBody>
      </p:sp>
    </p:spTree>
    <p:extLst>
      <p:ext uri="{BB962C8B-B14F-4D97-AF65-F5344CB8AC3E}">
        <p14:creationId xmlns:p14="http://schemas.microsoft.com/office/powerpoint/2010/main" val="155426395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riving healthcare innovation with integrity - Sharecare">
            <a:extLst>
              <a:ext uri="{FF2B5EF4-FFF2-40B4-BE49-F238E27FC236}">
                <a16:creationId xmlns:a16="http://schemas.microsoft.com/office/drawing/2014/main" id="{1CC1F3DA-B442-8C52-79E2-288B608F023E}"/>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6292CB39-81E7-39DA-AC37-9173A8379C2A}"/>
              </a:ext>
            </a:extLst>
          </p:cNvPr>
          <p:cNvSpPr>
            <a:spLocks noGrp="1"/>
          </p:cNvSpPr>
          <p:nvPr>
            <p:ph type="ctrTitle"/>
          </p:nvPr>
        </p:nvSpPr>
        <p:spPr>
          <a:xfrm>
            <a:off x="1524000" y="1122362"/>
            <a:ext cx="9144000" cy="2900518"/>
          </a:xfrm>
        </p:spPr>
        <p:txBody>
          <a:bodyPr>
            <a:normAutofit/>
          </a:bodyPr>
          <a:lstStyle/>
          <a:p>
            <a:r>
              <a:rPr lang="en-GB">
                <a:solidFill>
                  <a:srgbClr val="FFFFFF"/>
                </a:solidFill>
              </a:rPr>
              <a:t>Health innovation classes </a:t>
            </a:r>
          </a:p>
        </p:txBody>
      </p:sp>
      <p:sp>
        <p:nvSpPr>
          <p:cNvPr id="3" name="Sous-titre 2">
            <a:extLst>
              <a:ext uri="{FF2B5EF4-FFF2-40B4-BE49-F238E27FC236}">
                <a16:creationId xmlns:a16="http://schemas.microsoft.com/office/drawing/2014/main" id="{7655D45C-283C-3876-FBC4-9DE145CB3EA2}"/>
              </a:ext>
            </a:extLst>
          </p:cNvPr>
          <p:cNvSpPr>
            <a:spLocks noGrp="1"/>
          </p:cNvSpPr>
          <p:nvPr>
            <p:ph type="subTitle" idx="1"/>
          </p:nvPr>
        </p:nvSpPr>
        <p:spPr>
          <a:xfrm>
            <a:off x="1524000" y="4159404"/>
            <a:ext cx="9144000" cy="2044172"/>
          </a:xfrm>
        </p:spPr>
        <p:txBody>
          <a:bodyPr vert="horz" lIns="91440" tIns="45720" rIns="91440" bIns="45720" rtlCol="0" anchor="t">
            <a:normAutofit/>
          </a:bodyPr>
          <a:lstStyle/>
          <a:p>
            <a:r>
              <a:rPr lang="fr-BE">
                <a:solidFill>
                  <a:srgbClr val="FFFFFF"/>
                </a:solidFill>
              </a:rPr>
              <a:t>Project 6 - St Luc Bouge - Patients discharge</a:t>
            </a:r>
          </a:p>
          <a:p>
            <a:r>
              <a:rPr lang="fr-BE" sz="1200">
                <a:solidFill>
                  <a:srgbClr val="FFFFFF"/>
                </a:solidFill>
              </a:rPr>
              <a:t>François Meli </a:t>
            </a:r>
            <a:r>
              <a:rPr lang="fr-BE" sz="1200"/>
              <a:t>Ngueunkeung : 67202000</a:t>
            </a:r>
            <a:endParaRPr lang="fr-BE" sz="1200">
              <a:solidFill>
                <a:srgbClr val="FFFFFF"/>
              </a:solidFill>
            </a:endParaRPr>
          </a:p>
          <a:p>
            <a:r>
              <a:rPr lang="fr-BE" sz="1200">
                <a:solidFill>
                  <a:srgbClr val="FFFFFF"/>
                </a:solidFill>
              </a:rPr>
              <a:t>Jabrane </a:t>
            </a:r>
            <a:r>
              <a:rPr lang="fr-BE" sz="1200"/>
              <a:t>Mouhtadi : 42202300</a:t>
            </a:r>
            <a:endParaRPr lang="fr-BE" sz="1200">
              <a:ea typeface="Calibri"/>
              <a:cs typeface="Calibri"/>
            </a:endParaRPr>
          </a:p>
          <a:p>
            <a:r>
              <a:rPr lang="fr-BE" sz="1200">
                <a:solidFill>
                  <a:srgbClr val="FFFFFF"/>
                </a:solidFill>
              </a:rPr>
              <a:t>Maurine Poncelet - 54262100</a:t>
            </a:r>
          </a:p>
          <a:p>
            <a:r>
              <a:rPr lang="en-GB" sz="1200">
                <a:solidFill>
                  <a:srgbClr val="FFFFFF"/>
                </a:solidFill>
              </a:rPr>
              <a:t>Lhéo Rary - 20252100</a:t>
            </a:r>
            <a:endParaRPr lang="en-GB" sz="1200">
              <a:solidFill>
                <a:srgbClr val="FFFFFF"/>
              </a:solidFill>
              <a:ea typeface="Calibri"/>
              <a:cs typeface="Calibri"/>
            </a:endParaRPr>
          </a:p>
        </p:txBody>
      </p:sp>
    </p:spTree>
    <p:extLst>
      <p:ext uri="{BB962C8B-B14F-4D97-AF65-F5344CB8AC3E}">
        <p14:creationId xmlns:p14="http://schemas.microsoft.com/office/powerpoint/2010/main" val="332169993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1500"/>
                                  </p:stCondLst>
                                  <p:iterate>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7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1500"/>
                                  </p:stCondLst>
                                  <p:iterate>
                                    <p:tmPct val="10000"/>
                                  </p:iterate>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7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6D731904-7733-45B0-902C-289497204C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504E6397-35D7-4AEC-9DA9-B7F6B12B8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21890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43D3B20C-488B-D6B3-D794-A7E35F9B8E8D}"/>
              </a:ext>
            </a:extLst>
          </p:cNvPr>
          <p:cNvSpPr>
            <a:spLocks noGrp="1"/>
          </p:cNvSpPr>
          <p:nvPr>
            <p:ph type="title"/>
          </p:nvPr>
        </p:nvSpPr>
        <p:spPr>
          <a:xfrm>
            <a:off x="1051560" y="4440602"/>
            <a:ext cx="3538728" cy="1645920"/>
          </a:xfrm>
        </p:spPr>
        <p:txBody>
          <a:bodyPr>
            <a:normAutofit/>
          </a:bodyPr>
          <a:lstStyle/>
          <a:p>
            <a:r>
              <a:rPr lang="en-GB" sz="3200"/>
              <a:t>Introduction</a:t>
            </a:r>
          </a:p>
        </p:txBody>
      </p:sp>
      <p:pic>
        <p:nvPicPr>
          <p:cNvPr id="6" name="Picture 2" descr="Driving healthcare innovation with integrity - Sharecare">
            <a:extLst>
              <a:ext uri="{FF2B5EF4-FFF2-40B4-BE49-F238E27FC236}">
                <a16:creationId xmlns:a16="http://schemas.microsoft.com/office/drawing/2014/main" id="{8B55A6C1-BB31-6D59-EE82-8FAC13B7B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105" r="24140" b="2"/>
          <a:stretch>
            <a:fillRect/>
          </a:stretch>
        </p:blipFill>
        <p:spPr bwMode="auto">
          <a:xfrm>
            <a:off x="6" y="10"/>
            <a:ext cx="4884383" cy="3995918"/>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0AC58B51-7B26-4FC4-AEFB-6339DF8D6C8A}"/>
              </a:ext>
            </a:extLst>
          </p:cNvPr>
          <p:cNvPicPr>
            <a:picLocks noChangeAspect="1"/>
          </p:cNvPicPr>
          <p:nvPr/>
        </p:nvPicPr>
        <p:blipFill>
          <a:blip r:embed="rId3"/>
          <a:srcRect l="9309" r="13659" b="1"/>
          <a:stretch>
            <a:fillRect/>
          </a:stretch>
        </p:blipFill>
        <p:spPr>
          <a:xfrm>
            <a:off x="5074877" y="10"/>
            <a:ext cx="7117118" cy="3995918"/>
          </a:xfrm>
          <a:prstGeom prst="rect">
            <a:avLst/>
          </a:prstGeom>
        </p:spPr>
      </p:pic>
      <p:sp>
        <p:nvSpPr>
          <p:cNvPr id="20" name="Rectangle 19">
            <a:extLst>
              <a:ext uri="{FF2B5EF4-FFF2-40B4-BE49-F238E27FC236}">
                <a16:creationId xmlns:a16="http://schemas.microsoft.com/office/drawing/2014/main" id="{62C5A04F-2AEB-4631-8314-A8B812E1E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91151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4B2B1C70-BF3F-41BD-871B-63D8F911F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525441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547128A3-6799-D601-53E0-34F8CD3282DB}"/>
              </a:ext>
            </a:extLst>
          </p:cNvPr>
          <p:cNvSpPr>
            <a:spLocks noGrp="1"/>
          </p:cNvSpPr>
          <p:nvPr>
            <p:ph idx="1"/>
          </p:nvPr>
        </p:nvSpPr>
        <p:spPr>
          <a:xfrm>
            <a:off x="5349240" y="4440602"/>
            <a:ext cx="6007608" cy="1645920"/>
          </a:xfrm>
        </p:spPr>
        <p:txBody>
          <a:bodyPr anchor="ctr">
            <a:normAutofit/>
          </a:bodyPr>
          <a:lstStyle/>
          <a:p>
            <a:r>
              <a:rPr lang="en-GB" sz="1800">
                <a:ea typeface="Calibri"/>
                <a:cs typeface="Calibri"/>
              </a:rPr>
              <a:t>ST</a:t>
            </a:r>
            <a:r>
              <a:rPr lang="en-GB" sz="1800">
                <a:ea typeface="+mn-lt"/>
                <a:cs typeface="+mn-lt"/>
              </a:rPr>
              <a:t> LUC BOUGES - PATIENT DISCHARGE MANAGEMENT AND PROCESS OPTIMIZATION</a:t>
            </a:r>
            <a:endParaRPr lang="en-GB"/>
          </a:p>
        </p:txBody>
      </p:sp>
    </p:spTree>
    <p:extLst>
      <p:ext uri="{BB962C8B-B14F-4D97-AF65-F5344CB8AC3E}">
        <p14:creationId xmlns:p14="http://schemas.microsoft.com/office/powerpoint/2010/main" val="3011388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86C6BD1-17CA-CB0B-DFBA-8460E3DBB8CA}"/>
              </a:ext>
            </a:extLst>
          </p:cNvPr>
          <p:cNvSpPr>
            <a:spLocks noGrp="1"/>
          </p:cNvSpPr>
          <p:nvPr>
            <p:ph type="title"/>
          </p:nvPr>
        </p:nvSpPr>
        <p:spPr>
          <a:xfrm>
            <a:off x="838200" y="556995"/>
            <a:ext cx="10515600" cy="1133693"/>
          </a:xfrm>
        </p:spPr>
        <p:txBody>
          <a:bodyPr>
            <a:normAutofit/>
          </a:bodyPr>
          <a:lstStyle/>
          <a:p>
            <a:r>
              <a:rPr lang="en-US" sz="5200"/>
              <a:t>1. Understanding the problem</a:t>
            </a:r>
          </a:p>
        </p:txBody>
      </p:sp>
      <p:graphicFrame>
        <p:nvGraphicFramePr>
          <p:cNvPr id="5" name="Espace réservé du contenu 2">
            <a:extLst>
              <a:ext uri="{FF2B5EF4-FFF2-40B4-BE49-F238E27FC236}">
                <a16:creationId xmlns:a16="http://schemas.microsoft.com/office/drawing/2014/main" id="{1332A074-44F9-D7F8-A33F-B9B28F05E82C}"/>
              </a:ext>
            </a:extLst>
          </p:cNvPr>
          <p:cNvGraphicFramePr>
            <a:graphicFrameLocks noGrp="1"/>
          </p:cNvGraphicFramePr>
          <p:nvPr>
            <p:ph idx="1"/>
            <p:extLst>
              <p:ext uri="{D42A27DB-BD31-4B8C-83A1-F6EECF244321}">
                <p14:modId xmlns:p14="http://schemas.microsoft.com/office/powerpoint/2010/main" val="246941137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8609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a:extLst>
              <a:ext uri="{FF2B5EF4-FFF2-40B4-BE49-F238E27FC236}">
                <a16:creationId xmlns:a16="http://schemas.microsoft.com/office/drawing/2014/main" id="{30DD8BCE-B658-9250-5EC8-85011AA690F8}"/>
              </a:ext>
            </a:extLst>
          </p:cNvPr>
          <p:cNvPicPr>
            <a:picLocks noGrp="1" noChangeAspect="1"/>
          </p:cNvPicPr>
          <p:nvPr>
            <p:ph idx="1"/>
          </p:nvPr>
        </p:nvPicPr>
        <p:blipFill>
          <a:blip r:embed="rId2"/>
          <a:stretch>
            <a:fillRect/>
          </a:stretch>
        </p:blipFill>
        <p:spPr>
          <a:xfrm>
            <a:off x="1593271" y="457200"/>
            <a:ext cx="9005457" cy="5943600"/>
          </a:xfrm>
          <a:prstGeom prst="rect">
            <a:avLst/>
          </a:prstGeom>
        </p:spPr>
      </p:pic>
    </p:spTree>
    <p:extLst>
      <p:ext uri="{BB962C8B-B14F-4D97-AF65-F5344CB8AC3E}">
        <p14:creationId xmlns:p14="http://schemas.microsoft.com/office/powerpoint/2010/main" val="256468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a:extLst>
              <a:ext uri="{FF2B5EF4-FFF2-40B4-BE49-F238E27FC236}">
                <a16:creationId xmlns:a16="http://schemas.microsoft.com/office/drawing/2014/main" id="{E97A7BB7-0247-F5EF-2924-FB46A27660B9}"/>
              </a:ext>
            </a:extLst>
          </p:cNvPr>
          <p:cNvPicPr>
            <a:picLocks noGrp="1" noChangeAspect="1"/>
          </p:cNvPicPr>
          <p:nvPr>
            <p:ph idx="1"/>
          </p:nvPr>
        </p:nvPicPr>
        <p:blipFill>
          <a:blip r:embed="rId2"/>
          <a:stretch>
            <a:fillRect/>
          </a:stretch>
        </p:blipFill>
        <p:spPr>
          <a:xfrm>
            <a:off x="2146763" y="457200"/>
            <a:ext cx="7898474" cy="5943600"/>
          </a:xfrm>
          <a:prstGeom prst="rect">
            <a:avLst/>
          </a:prstGeom>
        </p:spPr>
      </p:pic>
    </p:spTree>
    <p:extLst>
      <p:ext uri="{BB962C8B-B14F-4D97-AF65-F5344CB8AC3E}">
        <p14:creationId xmlns:p14="http://schemas.microsoft.com/office/powerpoint/2010/main" val="881255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811F9B-CBF3-6908-EC09-4CFDE88463D6}"/>
              </a:ext>
            </a:extLst>
          </p:cNvPr>
          <p:cNvSpPr>
            <a:spLocks noGrp="1"/>
          </p:cNvSpPr>
          <p:nvPr>
            <p:ph type="title"/>
          </p:nvPr>
        </p:nvSpPr>
        <p:spPr>
          <a:xfrm>
            <a:off x="762000" y="1138036"/>
            <a:ext cx="3893126" cy="1402470"/>
          </a:xfrm>
        </p:spPr>
        <p:txBody>
          <a:bodyPr anchor="t">
            <a:normAutofit/>
          </a:bodyPr>
          <a:lstStyle/>
          <a:p>
            <a:r>
              <a:rPr lang="en-GB" sz="3200">
                <a:ea typeface="Calibri Light"/>
                <a:cs typeface="Calibri Light"/>
              </a:rPr>
              <a:t>Empathy Maps</a:t>
            </a:r>
            <a:endParaRPr lang="en-GB" sz="3200"/>
          </a:p>
        </p:txBody>
      </p:sp>
      <p:cxnSp>
        <p:nvCxnSpPr>
          <p:cNvPr id="33" name="Straight Connector 32">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272677EB-343C-7419-AB75-0C4319C7D660}"/>
              </a:ext>
            </a:extLst>
          </p:cNvPr>
          <p:cNvSpPr>
            <a:spLocks noGrp="1"/>
          </p:cNvSpPr>
          <p:nvPr>
            <p:ph idx="1"/>
          </p:nvPr>
        </p:nvSpPr>
        <p:spPr>
          <a:xfrm>
            <a:off x="762001" y="2551176"/>
            <a:ext cx="3893126" cy="3591207"/>
          </a:xfrm>
        </p:spPr>
        <p:txBody>
          <a:bodyPr vert="horz" lIns="91440" tIns="45720" rIns="91440" bIns="45720" rtlCol="0" anchor="t">
            <a:normAutofit/>
          </a:bodyPr>
          <a:lstStyle/>
          <a:p>
            <a:r>
              <a:rPr lang="en-GB" sz="2000" dirty="0">
                <a:ea typeface="Calibri"/>
                <a:cs typeface="Calibri"/>
              </a:rPr>
              <a:t>3 empathies maps diagram </a:t>
            </a:r>
            <a:r>
              <a:rPr lang="en-GB" sz="2000">
                <a:ea typeface="Calibri"/>
                <a:cs typeface="Calibri"/>
              </a:rPr>
              <a:t>faithful to our project </a:t>
            </a:r>
            <a:endParaRPr lang="en-GB" sz="2000" dirty="0">
              <a:ea typeface="Calibri"/>
              <a:cs typeface="Calibri"/>
            </a:endParaRPr>
          </a:p>
        </p:txBody>
      </p:sp>
      <p:pic>
        <p:nvPicPr>
          <p:cNvPr id="9" name="Image 8">
            <a:extLst>
              <a:ext uri="{FF2B5EF4-FFF2-40B4-BE49-F238E27FC236}">
                <a16:creationId xmlns:a16="http://schemas.microsoft.com/office/drawing/2014/main" id="{29143136-7F93-3D61-2309-538EAA0D2BA9}"/>
              </a:ext>
            </a:extLst>
          </p:cNvPr>
          <p:cNvPicPr>
            <a:picLocks noChangeAspect="1"/>
          </p:cNvPicPr>
          <p:nvPr/>
        </p:nvPicPr>
        <p:blipFill>
          <a:blip r:embed="rId2"/>
          <a:srcRect l="4075" r="8973"/>
          <a:stretch>
            <a:fillRect/>
          </a:stretch>
        </p:blipFill>
        <p:spPr>
          <a:xfrm>
            <a:off x="5344391" y="10"/>
            <a:ext cx="6847609" cy="4488855"/>
          </a:xfrm>
          <a:prstGeom prst="rect">
            <a:avLst/>
          </a:prstGeom>
        </p:spPr>
      </p:pic>
      <p:pic>
        <p:nvPicPr>
          <p:cNvPr id="5" name="Image 4">
            <a:extLst>
              <a:ext uri="{FF2B5EF4-FFF2-40B4-BE49-F238E27FC236}">
                <a16:creationId xmlns:a16="http://schemas.microsoft.com/office/drawing/2014/main" id="{36DBFDAC-DD3B-E201-8744-FA2AD0578CEB}"/>
              </a:ext>
            </a:extLst>
          </p:cNvPr>
          <p:cNvPicPr>
            <a:picLocks noChangeAspect="1"/>
          </p:cNvPicPr>
          <p:nvPr/>
        </p:nvPicPr>
        <p:blipFill>
          <a:blip r:embed="rId3"/>
          <a:srcRect l="5806" r="11437" b="5"/>
          <a:stretch>
            <a:fillRect/>
          </a:stretch>
        </p:blipFill>
        <p:spPr>
          <a:xfrm>
            <a:off x="5344392" y="4488874"/>
            <a:ext cx="3424845" cy="2369126"/>
          </a:xfrm>
          <a:prstGeom prst="rect">
            <a:avLst/>
          </a:prstGeom>
        </p:spPr>
      </p:pic>
      <p:pic>
        <p:nvPicPr>
          <p:cNvPr id="7" name="Image 6">
            <a:extLst>
              <a:ext uri="{FF2B5EF4-FFF2-40B4-BE49-F238E27FC236}">
                <a16:creationId xmlns:a16="http://schemas.microsoft.com/office/drawing/2014/main" id="{D99FA40E-B27D-9F57-187B-61D55D881BDB}"/>
              </a:ext>
            </a:extLst>
          </p:cNvPr>
          <p:cNvPicPr>
            <a:picLocks noChangeAspect="1"/>
          </p:cNvPicPr>
          <p:nvPr/>
        </p:nvPicPr>
        <p:blipFill>
          <a:blip r:embed="rId4"/>
          <a:srcRect l="7789" r="9091" b="4"/>
          <a:stretch>
            <a:fillRect/>
          </a:stretch>
        </p:blipFill>
        <p:spPr>
          <a:xfrm>
            <a:off x="8767155" y="4488873"/>
            <a:ext cx="3424845" cy="2369127"/>
          </a:xfrm>
          <a:prstGeom prst="rect">
            <a:avLst/>
          </a:prstGeom>
        </p:spPr>
      </p:pic>
    </p:spTree>
    <p:extLst>
      <p:ext uri="{BB962C8B-B14F-4D97-AF65-F5344CB8AC3E}">
        <p14:creationId xmlns:p14="http://schemas.microsoft.com/office/powerpoint/2010/main" val="987471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A42C7B2-7BD6-433A-95AB-5AA4F44B5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263" y="3986129"/>
            <a:ext cx="6288261" cy="2253231"/>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67B6906-BCB5-1546-2480-61379D5438EB}"/>
              </a:ext>
            </a:extLst>
          </p:cNvPr>
          <p:cNvSpPr>
            <a:spLocks noGrp="1"/>
          </p:cNvSpPr>
          <p:nvPr>
            <p:ph type="title"/>
          </p:nvPr>
        </p:nvSpPr>
        <p:spPr>
          <a:xfrm>
            <a:off x="841248" y="4152624"/>
            <a:ext cx="2112264" cy="1920240"/>
          </a:xfrm>
        </p:spPr>
        <p:txBody>
          <a:bodyPr>
            <a:normAutofit/>
          </a:bodyPr>
          <a:lstStyle/>
          <a:p>
            <a:r>
              <a:rPr lang="en-GB" sz="2400">
                <a:ea typeface="Calibri Light"/>
                <a:cs typeface="Calibri Light"/>
              </a:rPr>
              <a:t>Visit</a:t>
            </a:r>
            <a:endParaRPr lang="en-GB" sz="2400"/>
          </a:p>
        </p:txBody>
      </p:sp>
      <p:pic>
        <p:nvPicPr>
          <p:cNvPr id="15" name="Espace réservé du contenu 14">
            <a:extLst>
              <a:ext uri="{FF2B5EF4-FFF2-40B4-BE49-F238E27FC236}">
                <a16:creationId xmlns:a16="http://schemas.microsoft.com/office/drawing/2014/main" id="{5886D649-4F88-5683-CAD9-98B961F86DE2}"/>
              </a:ext>
            </a:extLst>
          </p:cNvPr>
          <p:cNvPicPr>
            <a:picLocks noChangeAspect="1"/>
          </p:cNvPicPr>
          <p:nvPr/>
        </p:nvPicPr>
        <p:blipFill>
          <a:blip r:embed="rId2">
            <a:extLst>
              <a:ext uri="{28A0092B-C50C-407E-A947-70E740481C1C}">
                <a14:useLocalDpi xmlns:a14="http://schemas.microsoft.com/office/drawing/2010/main" val="0"/>
              </a:ext>
            </a:extLst>
          </a:blip>
          <a:srcRect l="1756" r="-1" b="-1"/>
          <a:stretch>
            <a:fillRect/>
          </a:stretch>
        </p:blipFill>
        <p:spPr>
          <a:xfrm>
            <a:off x="7809454" y="1"/>
            <a:ext cx="4382546" cy="3345645"/>
          </a:xfrm>
          <a:prstGeom prst="rect">
            <a:avLst/>
          </a:prstGeom>
        </p:spPr>
      </p:pic>
      <p:sp>
        <p:nvSpPr>
          <p:cNvPr id="32" name="Rectangle 31">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535" y="47845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4346" y="5103601"/>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Content Placeholder 24">
            <a:extLst>
              <a:ext uri="{FF2B5EF4-FFF2-40B4-BE49-F238E27FC236}">
                <a16:creationId xmlns:a16="http://schemas.microsoft.com/office/drawing/2014/main" id="{E8B792EE-999C-9038-FB4A-17D3D8B7E368}"/>
              </a:ext>
            </a:extLst>
          </p:cNvPr>
          <p:cNvSpPr>
            <a:spLocks noGrp="1"/>
          </p:cNvSpPr>
          <p:nvPr>
            <p:ph idx="1"/>
          </p:nvPr>
        </p:nvSpPr>
        <p:spPr>
          <a:xfrm>
            <a:off x="3364992" y="4151376"/>
            <a:ext cx="3319272" cy="1920240"/>
          </a:xfrm>
        </p:spPr>
        <p:txBody>
          <a:bodyPr anchor="ctr">
            <a:normAutofit/>
          </a:bodyPr>
          <a:lstStyle/>
          <a:p>
            <a:endParaRPr lang="en-US" sz="1700" dirty="0">
              <a:ea typeface="Calibri" panose="020F0502020204030204"/>
              <a:cs typeface="Calibri" panose="020F0502020204030204"/>
            </a:endParaRPr>
          </a:p>
        </p:txBody>
      </p:sp>
      <p:pic>
        <p:nvPicPr>
          <p:cNvPr id="17" name="Image 16">
            <a:extLst>
              <a:ext uri="{FF2B5EF4-FFF2-40B4-BE49-F238E27FC236}">
                <a16:creationId xmlns:a16="http://schemas.microsoft.com/office/drawing/2014/main" id="{C7020CB3-BE2B-E07C-CEC6-BEA9470AC918}"/>
              </a:ext>
            </a:extLst>
          </p:cNvPr>
          <p:cNvPicPr>
            <a:picLocks noChangeAspect="1"/>
          </p:cNvPicPr>
          <p:nvPr/>
        </p:nvPicPr>
        <p:blipFill>
          <a:blip r:embed="rId3">
            <a:extLst>
              <a:ext uri="{28A0092B-C50C-407E-A947-70E740481C1C}">
                <a14:useLocalDpi xmlns:a14="http://schemas.microsoft.com/office/drawing/2010/main" val="0"/>
              </a:ext>
            </a:extLst>
          </a:blip>
          <a:srcRect t="32650" r="-3" b="10093"/>
          <a:stretch>
            <a:fillRect/>
          </a:stretch>
        </p:blipFill>
        <p:spPr>
          <a:xfrm>
            <a:off x="7809462" y="3512354"/>
            <a:ext cx="4382545" cy="3345646"/>
          </a:xfrm>
          <a:prstGeom prst="rect">
            <a:avLst/>
          </a:prstGeom>
        </p:spPr>
      </p:pic>
      <p:pic>
        <p:nvPicPr>
          <p:cNvPr id="21" name="Image 20">
            <a:extLst>
              <a:ext uri="{FF2B5EF4-FFF2-40B4-BE49-F238E27FC236}">
                <a16:creationId xmlns:a16="http://schemas.microsoft.com/office/drawing/2014/main" id="{522363F9-B9AF-BBC4-AF10-8E0F81E088DC}"/>
              </a:ext>
            </a:extLst>
          </p:cNvPr>
          <p:cNvPicPr>
            <a:picLocks noChangeAspect="1"/>
          </p:cNvPicPr>
          <p:nvPr/>
        </p:nvPicPr>
        <p:blipFill>
          <a:blip r:embed="rId4">
            <a:extLst>
              <a:ext uri="{28A0092B-C50C-407E-A947-70E740481C1C}">
                <a14:useLocalDpi xmlns:a14="http://schemas.microsoft.com/office/drawing/2010/main" val="0"/>
              </a:ext>
            </a:extLst>
          </a:blip>
          <a:srcRect r="16418"/>
          <a:stretch>
            <a:fillRect/>
          </a:stretch>
        </p:blipFill>
        <p:spPr>
          <a:xfrm>
            <a:off x="-6" y="10"/>
            <a:ext cx="7642746" cy="6857990"/>
          </a:xfrm>
          <a:prstGeom prst="rect">
            <a:avLst/>
          </a:prstGeom>
        </p:spPr>
      </p:pic>
    </p:spTree>
    <p:extLst>
      <p:ext uri="{BB962C8B-B14F-4D97-AF65-F5344CB8AC3E}">
        <p14:creationId xmlns:p14="http://schemas.microsoft.com/office/powerpoint/2010/main" val="836647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BFC72EC-9D00-5BD1-10F6-DF3A6B232A08}"/>
              </a:ext>
            </a:extLst>
          </p:cNvPr>
          <p:cNvSpPr>
            <a:spLocks noGrp="1"/>
          </p:cNvSpPr>
          <p:nvPr>
            <p:ph type="title"/>
          </p:nvPr>
        </p:nvSpPr>
        <p:spPr>
          <a:xfrm>
            <a:off x="293134" y="1153572"/>
            <a:ext cx="3594100" cy="4461163"/>
          </a:xfrm>
        </p:spPr>
        <p:txBody>
          <a:bodyPr>
            <a:normAutofit/>
          </a:bodyPr>
          <a:lstStyle/>
          <a:p>
            <a:r>
              <a:rPr lang="en-US" sz="5400">
                <a:solidFill>
                  <a:srgbClr val="FFFFFF"/>
                </a:solidFill>
              </a:rPr>
              <a:t>2.Define </a:t>
            </a:r>
            <a:br>
              <a:rPr lang="en-US" sz="5400">
                <a:solidFill>
                  <a:srgbClr val="FFFFFF"/>
                </a:solidFill>
              </a:rPr>
            </a:br>
            <a:r>
              <a:rPr lang="en-US" sz="5400">
                <a:solidFill>
                  <a:srgbClr val="FFFFFF"/>
                </a:solidFill>
              </a:rPr>
              <a:t>the problem</a:t>
            </a:r>
            <a:endParaRPr lang="fr-FR" sz="5400">
              <a:solidFill>
                <a:srgbClr val="FFFFFF"/>
              </a:solidFill>
            </a:endParaRPr>
          </a:p>
        </p:txBody>
      </p:sp>
      <p:sp>
        <p:nvSpPr>
          <p:cNvPr id="27" name="Arc 2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Espace réservé du contenu 2">
            <a:extLst>
              <a:ext uri="{FF2B5EF4-FFF2-40B4-BE49-F238E27FC236}">
                <a16:creationId xmlns:a16="http://schemas.microsoft.com/office/drawing/2014/main" id="{F70C505A-B6CD-591C-4D65-0FCDA4A05FB3}"/>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457200" indent="-457200"/>
            <a:r>
              <a:rPr lang="en-GB">
                <a:ea typeface="+mn-lt"/>
                <a:cs typeface="+mn-lt"/>
              </a:rPr>
              <a:t>Phase of Divergence and Convergence</a:t>
            </a:r>
            <a:endParaRPr lang="fr-FR"/>
          </a:p>
          <a:p>
            <a:pPr marL="0" indent="0">
              <a:buNone/>
            </a:pPr>
            <a:endParaRPr lang="en-GB">
              <a:ea typeface="+mn-lt"/>
              <a:cs typeface="+mn-lt"/>
            </a:endParaRPr>
          </a:p>
          <a:p>
            <a:pPr marL="457200" indent="-457200">
              <a:spcBef>
                <a:spcPts val="0"/>
              </a:spcBef>
            </a:pPr>
            <a:r>
              <a:rPr lang="en-GB">
                <a:ea typeface="+mn-lt"/>
                <a:cs typeface="+mn-lt"/>
              </a:rPr>
              <a:t>How might we ?</a:t>
            </a:r>
            <a:endParaRPr lang="en-GB">
              <a:ea typeface="Calibri"/>
              <a:cs typeface="Calibri"/>
            </a:endParaRPr>
          </a:p>
          <a:p>
            <a:pPr marL="0" indent="0">
              <a:spcBef>
                <a:spcPts val="0"/>
              </a:spcBef>
              <a:buNone/>
            </a:pPr>
            <a:endParaRPr lang="en-GB">
              <a:ea typeface="+mn-lt"/>
              <a:cs typeface="+mn-lt"/>
            </a:endParaRPr>
          </a:p>
          <a:p>
            <a:pPr marL="457200" indent="-457200">
              <a:spcBef>
                <a:spcPts val="0"/>
              </a:spcBef>
            </a:pPr>
            <a:r>
              <a:rPr lang="en-GB" i="1">
                <a:ea typeface="+mn-lt"/>
                <a:cs typeface="+mn-lt"/>
              </a:rPr>
              <a:t>"How might we optimize and harmonize patient discharge timing and bed allocation across units so that beds are freed early enough in the day to be reused, while maintaining quality of care and respecting each unit’s clinical and organizational constraints?" </a:t>
            </a:r>
            <a:endParaRPr lang="en-US" i="1">
              <a:ea typeface="+mn-lt"/>
              <a:cs typeface="+mn-lt"/>
            </a:endParaRPr>
          </a:p>
          <a:p>
            <a:pPr marL="0" indent="0">
              <a:buNone/>
            </a:pPr>
            <a:endParaRPr lang="fr-FR">
              <a:ea typeface="Calibri"/>
              <a:cs typeface="Calibri"/>
            </a:endParaRPr>
          </a:p>
        </p:txBody>
      </p:sp>
    </p:spTree>
    <p:extLst>
      <p:ext uri="{BB962C8B-B14F-4D97-AF65-F5344CB8AC3E}">
        <p14:creationId xmlns:p14="http://schemas.microsoft.com/office/powerpoint/2010/main" val="4217575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23FD24-10FF-DAA3-3E7C-FEFD5D1687B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DCADA6-BFF4-2379-80A2-73AE63391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186B0BB-AF51-057E-8AA3-C7547D939A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7B5E44E-D0FB-4DCE-7A64-1E25EE9AF2DE}"/>
              </a:ext>
            </a:extLst>
          </p:cNvPr>
          <p:cNvSpPr>
            <a:spLocks noGrp="1"/>
          </p:cNvSpPr>
          <p:nvPr>
            <p:ph type="title"/>
          </p:nvPr>
        </p:nvSpPr>
        <p:spPr>
          <a:xfrm>
            <a:off x="686834" y="1153572"/>
            <a:ext cx="3200400" cy="4461163"/>
          </a:xfrm>
        </p:spPr>
        <p:txBody>
          <a:bodyPr>
            <a:normAutofit/>
          </a:bodyPr>
          <a:lstStyle/>
          <a:p>
            <a:r>
              <a:rPr lang="en-US">
                <a:solidFill>
                  <a:srgbClr val="FFFFFF"/>
                </a:solidFill>
              </a:rPr>
              <a:t>Final definition of our problem</a:t>
            </a:r>
          </a:p>
        </p:txBody>
      </p:sp>
      <p:sp>
        <p:nvSpPr>
          <p:cNvPr id="17" name="Arc 16">
            <a:extLst>
              <a:ext uri="{FF2B5EF4-FFF2-40B4-BE49-F238E27FC236}">
                <a16:creationId xmlns:a16="http://schemas.microsoft.com/office/drawing/2014/main" id="{48F4ECFD-2051-4337-61E2-420CCBA324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Espace réservé du contenu 2">
            <a:extLst>
              <a:ext uri="{FF2B5EF4-FFF2-40B4-BE49-F238E27FC236}">
                <a16:creationId xmlns:a16="http://schemas.microsoft.com/office/drawing/2014/main" id="{0D1AE24E-4097-891E-C88B-C8B5586E39F1}"/>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fr-FR" sz="2200" err="1">
                <a:ea typeface="Calibri"/>
                <a:cs typeface="Calibri"/>
              </a:rPr>
              <a:t>Upstream</a:t>
            </a:r>
          </a:p>
          <a:p>
            <a:pPr marL="0" indent="0">
              <a:buNone/>
            </a:pPr>
            <a:r>
              <a:rPr lang="fr-FR" sz="2200" i="1">
                <a:ea typeface="+mn-lt"/>
                <a:cs typeface="+mn-lt"/>
              </a:rPr>
              <a:t>How </a:t>
            </a:r>
            <a:r>
              <a:rPr lang="fr-FR" sz="2200" i="1" err="1">
                <a:ea typeface="+mn-lt"/>
                <a:cs typeface="+mn-lt"/>
              </a:rPr>
              <a:t>might</a:t>
            </a:r>
            <a:r>
              <a:rPr lang="fr-FR" sz="2200" i="1">
                <a:ea typeface="+mn-lt"/>
                <a:cs typeface="+mn-lt"/>
              </a:rPr>
              <a:t> </a:t>
            </a:r>
            <a:r>
              <a:rPr lang="fr-FR" sz="2200" i="1" err="1">
                <a:ea typeface="+mn-lt"/>
                <a:cs typeface="+mn-lt"/>
              </a:rPr>
              <a:t>we</a:t>
            </a:r>
            <a:r>
              <a:rPr lang="fr-FR" sz="2200" i="1">
                <a:ea typeface="+mn-lt"/>
                <a:cs typeface="+mn-lt"/>
              </a:rPr>
              <a:t> </a:t>
            </a:r>
            <a:r>
              <a:rPr lang="fr-FR" sz="2200" i="1" err="1">
                <a:ea typeface="+mn-lt"/>
                <a:cs typeface="+mn-lt"/>
              </a:rPr>
              <a:t>better</a:t>
            </a:r>
            <a:r>
              <a:rPr lang="fr-FR" sz="2200" i="1">
                <a:ea typeface="+mn-lt"/>
                <a:cs typeface="+mn-lt"/>
              </a:rPr>
              <a:t> </a:t>
            </a:r>
            <a:r>
              <a:rPr lang="fr-FR" sz="2200" i="1" err="1">
                <a:ea typeface="+mn-lt"/>
                <a:cs typeface="+mn-lt"/>
              </a:rPr>
              <a:t>predict</a:t>
            </a:r>
            <a:r>
              <a:rPr lang="fr-FR" sz="2200" i="1">
                <a:ea typeface="+mn-lt"/>
                <a:cs typeface="+mn-lt"/>
              </a:rPr>
              <a:t> the </a:t>
            </a:r>
            <a:r>
              <a:rPr lang="fr-FR" sz="2200" i="1" err="1">
                <a:ea typeface="+mn-lt"/>
                <a:cs typeface="+mn-lt"/>
              </a:rPr>
              <a:t>length</a:t>
            </a:r>
            <a:r>
              <a:rPr lang="fr-FR" sz="2200" i="1">
                <a:ea typeface="+mn-lt"/>
                <a:cs typeface="+mn-lt"/>
              </a:rPr>
              <a:t> of </a:t>
            </a:r>
            <a:r>
              <a:rPr lang="fr-FR" sz="2200" i="1" err="1">
                <a:ea typeface="+mn-lt"/>
                <a:cs typeface="+mn-lt"/>
              </a:rPr>
              <a:t>stay</a:t>
            </a:r>
            <a:r>
              <a:rPr lang="fr-FR" sz="2200" i="1">
                <a:ea typeface="+mn-lt"/>
                <a:cs typeface="+mn-lt"/>
              </a:rPr>
              <a:t> and </a:t>
            </a:r>
            <a:r>
              <a:rPr lang="fr-FR" sz="2200" i="1" err="1">
                <a:ea typeface="+mn-lt"/>
                <a:cs typeface="+mn-lt"/>
              </a:rPr>
              <a:t>improve</a:t>
            </a:r>
            <a:r>
              <a:rPr lang="fr-FR" sz="2200" i="1">
                <a:ea typeface="+mn-lt"/>
                <a:cs typeface="+mn-lt"/>
              </a:rPr>
              <a:t> communication </a:t>
            </a:r>
            <a:r>
              <a:rPr lang="fr-FR" sz="2200" i="1" err="1">
                <a:ea typeface="+mn-lt"/>
                <a:cs typeface="+mn-lt"/>
              </a:rPr>
              <a:t>with</a:t>
            </a:r>
            <a:r>
              <a:rPr lang="fr-FR" sz="2200" i="1">
                <a:ea typeface="+mn-lt"/>
                <a:cs typeface="+mn-lt"/>
              </a:rPr>
              <a:t> patients about </a:t>
            </a:r>
            <a:r>
              <a:rPr lang="fr-FR" sz="2200" i="1" err="1">
                <a:ea typeface="+mn-lt"/>
                <a:cs typeface="+mn-lt"/>
              </a:rPr>
              <a:t>their</a:t>
            </a:r>
            <a:r>
              <a:rPr lang="fr-FR" sz="2200" i="1">
                <a:ea typeface="+mn-lt"/>
                <a:cs typeface="+mn-lt"/>
              </a:rPr>
              <a:t> care </a:t>
            </a:r>
            <a:r>
              <a:rPr lang="fr-FR" sz="2200" i="1" err="1">
                <a:ea typeface="+mn-lt"/>
                <a:cs typeface="+mn-lt"/>
              </a:rPr>
              <a:t>pathway</a:t>
            </a:r>
            <a:r>
              <a:rPr lang="fr-FR" sz="2200" i="1">
                <a:ea typeface="+mn-lt"/>
                <a:cs typeface="+mn-lt"/>
              </a:rPr>
              <a:t>, in </a:t>
            </a:r>
            <a:r>
              <a:rPr lang="fr-FR" sz="2200" i="1" err="1">
                <a:ea typeface="+mn-lt"/>
                <a:cs typeface="+mn-lt"/>
              </a:rPr>
              <a:t>order</a:t>
            </a:r>
            <a:r>
              <a:rPr lang="fr-FR" sz="2200" i="1">
                <a:ea typeface="+mn-lt"/>
                <a:cs typeface="+mn-lt"/>
              </a:rPr>
              <a:t> to </a:t>
            </a:r>
            <a:r>
              <a:rPr lang="fr-FR" sz="2200" i="1" err="1">
                <a:ea typeface="+mn-lt"/>
                <a:cs typeface="+mn-lt"/>
              </a:rPr>
              <a:t>anticipate</a:t>
            </a:r>
            <a:r>
              <a:rPr lang="fr-FR" sz="2200" i="1">
                <a:ea typeface="+mn-lt"/>
                <a:cs typeface="+mn-lt"/>
              </a:rPr>
              <a:t> </a:t>
            </a:r>
            <a:r>
              <a:rPr lang="fr-FR" sz="2200" i="1" err="1">
                <a:ea typeface="+mn-lt"/>
                <a:cs typeface="+mn-lt"/>
              </a:rPr>
              <a:t>hospital</a:t>
            </a:r>
            <a:r>
              <a:rPr lang="fr-FR" sz="2200" i="1">
                <a:ea typeface="+mn-lt"/>
                <a:cs typeface="+mn-lt"/>
              </a:rPr>
              <a:t> </a:t>
            </a:r>
            <a:r>
              <a:rPr lang="fr-FR" sz="2200" i="1" err="1">
                <a:ea typeface="+mn-lt"/>
                <a:cs typeface="+mn-lt"/>
              </a:rPr>
              <a:t>discharge</a:t>
            </a:r>
            <a:r>
              <a:rPr lang="fr-FR" sz="2200" i="1">
                <a:ea typeface="+mn-lt"/>
                <a:cs typeface="+mn-lt"/>
              </a:rPr>
              <a:t> </a:t>
            </a:r>
            <a:r>
              <a:rPr lang="fr-FR" sz="2200" i="1" err="1">
                <a:ea typeface="+mn-lt"/>
                <a:cs typeface="+mn-lt"/>
              </a:rPr>
              <a:t>earlier</a:t>
            </a:r>
            <a:r>
              <a:rPr lang="fr-FR" sz="2200" i="1">
                <a:ea typeface="+mn-lt"/>
                <a:cs typeface="+mn-lt"/>
              </a:rPr>
              <a:t> and more </a:t>
            </a:r>
            <a:r>
              <a:rPr lang="fr-FR" sz="2200" i="1" err="1">
                <a:ea typeface="+mn-lt"/>
                <a:cs typeface="+mn-lt"/>
              </a:rPr>
              <a:t>accurately</a:t>
            </a:r>
            <a:r>
              <a:rPr lang="fr-FR" sz="2200" i="1">
                <a:ea typeface="+mn-lt"/>
                <a:cs typeface="+mn-lt"/>
              </a:rPr>
              <a:t>?</a:t>
            </a:r>
            <a:endParaRPr lang="fr-FR" sz="2200" i="1">
              <a:ea typeface="Calibri"/>
              <a:cs typeface="Calibri"/>
            </a:endParaRPr>
          </a:p>
          <a:p>
            <a:r>
              <a:rPr lang="fr-FR" sz="2200">
                <a:ea typeface="Calibri"/>
                <a:cs typeface="Calibri"/>
              </a:rPr>
              <a:t>During</a:t>
            </a:r>
          </a:p>
          <a:p>
            <a:pPr marL="0" indent="0">
              <a:buNone/>
            </a:pPr>
            <a:r>
              <a:rPr lang="fr-FR" sz="2200" i="1">
                <a:ea typeface="+mn-lt"/>
                <a:cs typeface="+mn-lt"/>
              </a:rPr>
              <a:t>How </a:t>
            </a:r>
            <a:r>
              <a:rPr lang="fr-FR" sz="2200" i="1" err="1">
                <a:ea typeface="+mn-lt"/>
                <a:cs typeface="+mn-lt"/>
              </a:rPr>
              <a:t>might</a:t>
            </a:r>
            <a:r>
              <a:rPr lang="fr-FR" sz="2200" i="1">
                <a:ea typeface="+mn-lt"/>
                <a:cs typeface="+mn-lt"/>
              </a:rPr>
              <a:t> </a:t>
            </a:r>
            <a:r>
              <a:rPr lang="fr-FR" sz="2200" i="1" err="1">
                <a:ea typeface="+mn-lt"/>
                <a:cs typeface="+mn-lt"/>
              </a:rPr>
              <a:t>we</a:t>
            </a:r>
            <a:r>
              <a:rPr lang="fr-FR" sz="2200" i="1">
                <a:ea typeface="+mn-lt"/>
                <a:cs typeface="+mn-lt"/>
              </a:rPr>
              <a:t> </a:t>
            </a:r>
            <a:r>
              <a:rPr lang="fr-FR" sz="2200" i="1" err="1">
                <a:ea typeface="+mn-lt"/>
                <a:cs typeface="+mn-lt"/>
              </a:rPr>
              <a:t>harmonize</a:t>
            </a:r>
            <a:r>
              <a:rPr lang="fr-FR" sz="2200" i="1">
                <a:ea typeface="+mn-lt"/>
                <a:cs typeface="+mn-lt"/>
              </a:rPr>
              <a:t> </a:t>
            </a:r>
            <a:r>
              <a:rPr lang="fr-FR" sz="2200" i="1" err="1">
                <a:ea typeface="+mn-lt"/>
                <a:cs typeface="+mn-lt"/>
              </a:rPr>
              <a:t>scheduling</a:t>
            </a:r>
            <a:r>
              <a:rPr lang="fr-FR" sz="2200" i="1">
                <a:ea typeface="+mn-lt"/>
                <a:cs typeface="+mn-lt"/>
              </a:rPr>
              <a:t> practices </a:t>
            </a:r>
            <a:r>
              <a:rPr lang="fr-FR" sz="2200" i="1" err="1">
                <a:ea typeface="+mn-lt"/>
                <a:cs typeface="+mn-lt"/>
              </a:rPr>
              <a:t>across</a:t>
            </a:r>
            <a:r>
              <a:rPr lang="fr-FR" sz="2200" i="1">
                <a:ea typeface="+mn-lt"/>
                <a:cs typeface="+mn-lt"/>
              </a:rPr>
              <a:t> </a:t>
            </a:r>
            <a:r>
              <a:rPr lang="fr-FR" sz="2200" i="1" err="1">
                <a:ea typeface="+mn-lt"/>
                <a:cs typeface="+mn-lt"/>
              </a:rPr>
              <a:t>units</a:t>
            </a:r>
            <a:r>
              <a:rPr lang="fr-FR" sz="2200" i="1">
                <a:ea typeface="+mn-lt"/>
                <a:cs typeface="+mn-lt"/>
              </a:rPr>
              <a:t> </a:t>
            </a:r>
            <a:r>
              <a:rPr lang="fr-FR" sz="2200" i="1" err="1">
                <a:ea typeface="+mn-lt"/>
                <a:cs typeface="+mn-lt"/>
              </a:rPr>
              <a:t>through</a:t>
            </a:r>
            <a:r>
              <a:rPr lang="fr-FR" sz="2200" i="1">
                <a:ea typeface="+mn-lt"/>
                <a:cs typeface="+mn-lt"/>
              </a:rPr>
              <a:t> a </a:t>
            </a:r>
            <a:r>
              <a:rPr lang="fr-FR" sz="2200" i="1" err="1">
                <a:ea typeface="+mn-lt"/>
                <a:cs typeface="+mn-lt"/>
              </a:rPr>
              <a:t>shared</a:t>
            </a:r>
            <a:r>
              <a:rPr lang="fr-FR" sz="2200" i="1">
                <a:ea typeface="+mn-lt"/>
                <a:cs typeface="+mn-lt"/>
              </a:rPr>
              <a:t> and adaptable </a:t>
            </a:r>
            <a:r>
              <a:rPr lang="fr-FR" sz="2200" i="1" err="1">
                <a:ea typeface="+mn-lt"/>
                <a:cs typeface="+mn-lt"/>
              </a:rPr>
              <a:t>procedure</a:t>
            </a:r>
            <a:r>
              <a:rPr lang="fr-FR" sz="2200" i="1">
                <a:ea typeface="+mn-lt"/>
                <a:cs typeface="+mn-lt"/>
              </a:rPr>
              <a:t>, </a:t>
            </a:r>
            <a:r>
              <a:rPr lang="fr-FR" sz="2200" i="1" err="1">
                <a:ea typeface="+mn-lt"/>
                <a:cs typeface="+mn-lt"/>
              </a:rPr>
              <a:t>so</a:t>
            </a:r>
            <a:r>
              <a:rPr lang="fr-FR" sz="2200" i="1">
                <a:ea typeface="+mn-lt"/>
                <a:cs typeface="+mn-lt"/>
              </a:rPr>
              <a:t> </a:t>
            </a:r>
            <a:r>
              <a:rPr lang="fr-FR" sz="2200" i="1" err="1">
                <a:ea typeface="+mn-lt"/>
                <a:cs typeface="+mn-lt"/>
              </a:rPr>
              <a:t>that</a:t>
            </a:r>
            <a:r>
              <a:rPr lang="fr-FR" sz="2200" i="1">
                <a:ea typeface="+mn-lt"/>
                <a:cs typeface="+mn-lt"/>
              </a:rPr>
              <a:t> planning can </a:t>
            </a:r>
            <a:r>
              <a:rPr lang="fr-FR" sz="2200" i="1" err="1">
                <a:ea typeface="+mn-lt"/>
                <a:cs typeface="+mn-lt"/>
              </a:rPr>
              <a:t>still</a:t>
            </a:r>
            <a:r>
              <a:rPr lang="fr-FR" sz="2200" i="1">
                <a:ea typeface="+mn-lt"/>
                <a:cs typeface="+mn-lt"/>
              </a:rPr>
              <a:t> </a:t>
            </a:r>
            <a:r>
              <a:rPr lang="fr-FR" sz="2200" i="1" err="1">
                <a:ea typeface="+mn-lt"/>
                <a:cs typeface="+mn-lt"/>
              </a:rPr>
              <a:t>be</a:t>
            </a:r>
            <a:r>
              <a:rPr lang="fr-FR" sz="2200" i="1">
                <a:ea typeface="+mn-lt"/>
                <a:cs typeface="+mn-lt"/>
              </a:rPr>
              <a:t> </a:t>
            </a:r>
            <a:r>
              <a:rPr lang="fr-FR" sz="2200" i="1" err="1">
                <a:ea typeface="+mn-lt"/>
                <a:cs typeface="+mn-lt"/>
              </a:rPr>
              <a:t>completed</a:t>
            </a:r>
            <a:r>
              <a:rPr lang="fr-FR" sz="2200" i="1">
                <a:ea typeface="+mn-lt"/>
                <a:cs typeface="+mn-lt"/>
              </a:rPr>
              <a:t> </a:t>
            </a:r>
            <a:r>
              <a:rPr lang="fr-FR" sz="2200" i="1" err="1">
                <a:ea typeface="+mn-lt"/>
                <a:cs typeface="+mn-lt"/>
              </a:rPr>
              <a:t>smoothly</a:t>
            </a:r>
            <a:r>
              <a:rPr lang="fr-FR" sz="2200" i="1">
                <a:ea typeface="+mn-lt"/>
                <a:cs typeface="+mn-lt"/>
              </a:rPr>
              <a:t> </a:t>
            </a:r>
            <a:r>
              <a:rPr lang="fr-FR" sz="2200" i="1" err="1">
                <a:ea typeface="+mn-lt"/>
                <a:cs typeface="+mn-lt"/>
              </a:rPr>
              <a:t>even</a:t>
            </a:r>
            <a:r>
              <a:rPr lang="fr-FR" sz="2200" i="1">
                <a:ea typeface="+mn-lt"/>
                <a:cs typeface="+mn-lt"/>
              </a:rPr>
              <a:t> </a:t>
            </a:r>
            <a:r>
              <a:rPr lang="fr-FR" sz="2200" i="1" err="1">
                <a:ea typeface="+mn-lt"/>
                <a:cs typeface="+mn-lt"/>
              </a:rPr>
              <a:t>when</a:t>
            </a:r>
            <a:r>
              <a:rPr lang="fr-FR" sz="2200" i="1">
                <a:ea typeface="+mn-lt"/>
                <a:cs typeface="+mn-lt"/>
              </a:rPr>
              <a:t> one or more key staff </a:t>
            </a:r>
            <a:r>
              <a:rPr lang="fr-FR" sz="2200" i="1" err="1">
                <a:ea typeface="+mn-lt"/>
                <a:cs typeface="+mn-lt"/>
              </a:rPr>
              <a:t>members</a:t>
            </a:r>
            <a:r>
              <a:rPr lang="fr-FR" sz="2200" i="1">
                <a:ea typeface="+mn-lt"/>
                <a:cs typeface="+mn-lt"/>
              </a:rPr>
              <a:t> are absent?</a:t>
            </a:r>
          </a:p>
          <a:p>
            <a:r>
              <a:rPr lang="fr-FR" sz="2200" err="1">
                <a:ea typeface="Calibri"/>
                <a:cs typeface="Calibri"/>
              </a:rPr>
              <a:t>Downstream</a:t>
            </a:r>
          </a:p>
          <a:p>
            <a:pPr marL="0" indent="0">
              <a:buNone/>
            </a:pPr>
            <a:r>
              <a:rPr lang="fr-FR" sz="2200" i="1">
                <a:ea typeface="+mn-lt"/>
                <a:cs typeface="+mn-lt"/>
              </a:rPr>
              <a:t>How </a:t>
            </a:r>
            <a:r>
              <a:rPr lang="fr-FR" sz="2200" i="1" err="1">
                <a:ea typeface="+mn-lt"/>
                <a:cs typeface="+mn-lt"/>
              </a:rPr>
              <a:t>might</a:t>
            </a:r>
            <a:r>
              <a:rPr lang="fr-FR" sz="2200" i="1">
                <a:ea typeface="+mn-lt"/>
                <a:cs typeface="+mn-lt"/>
              </a:rPr>
              <a:t> </a:t>
            </a:r>
            <a:r>
              <a:rPr lang="fr-FR" sz="2200" i="1" err="1">
                <a:ea typeface="+mn-lt"/>
                <a:cs typeface="+mn-lt"/>
              </a:rPr>
              <a:t>we</a:t>
            </a:r>
            <a:r>
              <a:rPr lang="fr-FR" sz="2200" i="1">
                <a:ea typeface="+mn-lt"/>
                <a:cs typeface="+mn-lt"/>
              </a:rPr>
              <a:t> </a:t>
            </a:r>
            <a:r>
              <a:rPr lang="fr-FR" sz="2200" i="1" err="1">
                <a:ea typeface="+mn-lt"/>
                <a:cs typeface="+mn-lt"/>
              </a:rPr>
              <a:t>organize</a:t>
            </a:r>
            <a:r>
              <a:rPr lang="fr-FR" sz="2200" i="1">
                <a:ea typeface="+mn-lt"/>
                <a:cs typeface="+mn-lt"/>
              </a:rPr>
              <a:t> an </a:t>
            </a:r>
            <a:r>
              <a:rPr lang="fr-FR" sz="2200" i="1" err="1">
                <a:ea typeface="+mn-lt"/>
                <a:cs typeface="+mn-lt"/>
              </a:rPr>
              <a:t>intermediate</a:t>
            </a:r>
            <a:r>
              <a:rPr lang="fr-FR" sz="2200" i="1">
                <a:ea typeface="+mn-lt"/>
                <a:cs typeface="+mn-lt"/>
              </a:rPr>
              <a:t> solution </a:t>
            </a:r>
            <a:r>
              <a:rPr lang="fr-FR" sz="2200" i="1" err="1">
                <a:ea typeface="+mn-lt"/>
                <a:cs typeface="+mn-lt"/>
              </a:rPr>
              <a:t>after</a:t>
            </a:r>
            <a:r>
              <a:rPr lang="fr-FR" sz="2200" i="1">
                <a:ea typeface="+mn-lt"/>
                <a:cs typeface="+mn-lt"/>
              </a:rPr>
              <a:t> </a:t>
            </a:r>
            <a:r>
              <a:rPr lang="fr-FR" sz="2200" i="1" err="1">
                <a:ea typeface="+mn-lt"/>
                <a:cs typeface="+mn-lt"/>
              </a:rPr>
              <a:t>discharge</a:t>
            </a:r>
            <a:r>
              <a:rPr lang="fr-FR" sz="2200" i="1">
                <a:ea typeface="+mn-lt"/>
                <a:cs typeface="+mn-lt"/>
              </a:rPr>
              <a:t> </a:t>
            </a:r>
            <a:r>
              <a:rPr lang="fr-FR" sz="2200" i="1" err="1">
                <a:ea typeface="+mn-lt"/>
                <a:cs typeface="+mn-lt"/>
              </a:rPr>
              <a:t>so</a:t>
            </a:r>
            <a:r>
              <a:rPr lang="fr-FR" sz="2200" i="1">
                <a:ea typeface="+mn-lt"/>
                <a:cs typeface="+mn-lt"/>
              </a:rPr>
              <a:t> </a:t>
            </a:r>
            <a:r>
              <a:rPr lang="fr-FR" sz="2200" i="1" err="1">
                <a:ea typeface="+mn-lt"/>
                <a:cs typeface="+mn-lt"/>
              </a:rPr>
              <a:t>that</a:t>
            </a:r>
            <a:r>
              <a:rPr lang="fr-FR" sz="2200" i="1">
                <a:ea typeface="+mn-lt"/>
                <a:cs typeface="+mn-lt"/>
              </a:rPr>
              <a:t> patients can </a:t>
            </a:r>
            <a:r>
              <a:rPr lang="fr-FR" sz="2200" i="1" err="1">
                <a:ea typeface="+mn-lt"/>
                <a:cs typeface="+mn-lt"/>
              </a:rPr>
              <a:t>be</a:t>
            </a:r>
            <a:r>
              <a:rPr lang="fr-FR" sz="2200" i="1">
                <a:ea typeface="+mn-lt"/>
                <a:cs typeface="+mn-lt"/>
              </a:rPr>
              <a:t> </a:t>
            </a:r>
            <a:r>
              <a:rPr lang="fr-FR" sz="2200" i="1" err="1">
                <a:ea typeface="+mn-lt"/>
                <a:cs typeface="+mn-lt"/>
              </a:rPr>
              <a:t>relocated</a:t>
            </a:r>
            <a:r>
              <a:rPr lang="fr-FR" sz="2200" i="1">
                <a:ea typeface="+mn-lt"/>
                <a:cs typeface="+mn-lt"/>
              </a:rPr>
              <a:t> </a:t>
            </a:r>
            <a:r>
              <a:rPr lang="fr-FR" sz="2200" i="1" err="1">
                <a:ea typeface="+mn-lt"/>
                <a:cs typeface="+mn-lt"/>
              </a:rPr>
              <a:t>quickly</a:t>
            </a:r>
            <a:r>
              <a:rPr lang="fr-FR" sz="2200" i="1">
                <a:ea typeface="+mn-lt"/>
                <a:cs typeface="+mn-lt"/>
              </a:rPr>
              <a:t>, </a:t>
            </a:r>
            <a:r>
              <a:rPr lang="fr-FR" sz="2200" i="1" err="1">
                <a:ea typeface="+mn-lt"/>
                <a:cs typeface="+mn-lt"/>
              </a:rPr>
              <a:t>allowing</a:t>
            </a:r>
            <a:r>
              <a:rPr lang="fr-FR" sz="2200" i="1">
                <a:ea typeface="+mn-lt"/>
                <a:cs typeface="+mn-lt"/>
              </a:rPr>
              <a:t> </a:t>
            </a:r>
            <a:r>
              <a:rPr lang="fr-FR" sz="2200" i="1" err="1">
                <a:ea typeface="+mn-lt"/>
                <a:cs typeface="+mn-lt"/>
              </a:rPr>
              <a:t>rooms</a:t>
            </a:r>
            <a:r>
              <a:rPr lang="fr-FR" sz="2200" i="1">
                <a:ea typeface="+mn-lt"/>
                <a:cs typeface="+mn-lt"/>
              </a:rPr>
              <a:t> to </a:t>
            </a:r>
            <a:r>
              <a:rPr lang="fr-FR" sz="2200" i="1" err="1">
                <a:ea typeface="+mn-lt"/>
                <a:cs typeface="+mn-lt"/>
              </a:rPr>
              <a:t>be</a:t>
            </a:r>
            <a:r>
              <a:rPr lang="fr-FR" sz="2200" i="1">
                <a:ea typeface="+mn-lt"/>
                <a:cs typeface="+mn-lt"/>
              </a:rPr>
              <a:t> </a:t>
            </a:r>
            <a:r>
              <a:rPr lang="fr-FR" sz="2200" i="1" err="1">
                <a:ea typeface="+mn-lt"/>
                <a:cs typeface="+mn-lt"/>
              </a:rPr>
              <a:t>freed</a:t>
            </a:r>
            <a:r>
              <a:rPr lang="fr-FR" sz="2200" i="1">
                <a:ea typeface="+mn-lt"/>
                <a:cs typeface="+mn-lt"/>
              </a:rPr>
              <a:t> </a:t>
            </a:r>
            <a:r>
              <a:rPr lang="fr-FR" sz="2200" i="1" err="1">
                <a:ea typeface="+mn-lt"/>
                <a:cs typeface="+mn-lt"/>
              </a:rPr>
              <a:t>earlier</a:t>
            </a:r>
            <a:r>
              <a:rPr lang="fr-FR" sz="2200" i="1">
                <a:ea typeface="+mn-lt"/>
                <a:cs typeface="+mn-lt"/>
              </a:rPr>
              <a:t> </a:t>
            </a:r>
            <a:r>
              <a:rPr lang="fr-FR" sz="2200" i="1" err="1">
                <a:ea typeface="+mn-lt"/>
                <a:cs typeface="+mn-lt"/>
              </a:rPr>
              <a:t>while</a:t>
            </a:r>
            <a:r>
              <a:rPr lang="fr-FR" sz="2200" i="1">
                <a:ea typeface="+mn-lt"/>
                <a:cs typeface="+mn-lt"/>
              </a:rPr>
              <a:t> </a:t>
            </a:r>
            <a:r>
              <a:rPr lang="fr-FR" sz="2200" i="1" err="1">
                <a:ea typeface="+mn-lt"/>
                <a:cs typeface="+mn-lt"/>
              </a:rPr>
              <a:t>maintaining</a:t>
            </a:r>
            <a:r>
              <a:rPr lang="fr-FR" sz="2200" i="1">
                <a:ea typeface="+mn-lt"/>
                <a:cs typeface="+mn-lt"/>
              </a:rPr>
              <a:t> the </a:t>
            </a:r>
            <a:r>
              <a:rPr lang="fr-FR" sz="2200" i="1" err="1">
                <a:ea typeface="+mn-lt"/>
                <a:cs typeface="+mn-lt"/>
              </a:rPr>
              <a:t>quality</a:t>
            </a:r>
            <a:r>
              <a:rPr lang="fr-FR" sz="2200" i="1">
                <a:ea typeface="+mn-lt"/>
                <a:cs typeface="+mn-lt"/>
              </a:rPr>
              <a:t> and </a:t>
            </a:r>
            <a:r>
              <a:rPr lang="fr-FR" sz="2200" i="1" err="1">
                <a:ea typeface="+mn-lt"/>
                <a:cs typeface="+mn-lt"/>
              </a:rPr>
              <a:t>continuity</a:t>
            </a:r>
            <a:r>
              <a:rPr lang="fr-FR" sz="2200" i="1">
                <a:ea typeface="+mn-lt"/>
                <a:cs typeface="+mn-lt"/>
              </a:rPr>
              <a:t> of care?</a:t>
            </a:r>
            <a:endParaRPr lang="fr-FR" sz="2200" i="1">
              <a:ea typeface="Calibri"/>
              <a:cs typeface="Calibri"/>
            </a:endParaRPr>
          </a:p>
        </p:txBody>
      </p:sp>
    </p:spTree>
    <p:extLst>
      <p:ext uri="{BB962C8B-B14F-4D97-AF65-F5344CB8AC3E}">
        <p14:creationId xmlns:p14="http://schemas.microsoft.com/office/powerpoint/2010/main" val="3217255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D5C41B7-7627-B692-CA7C-BA714DB04F0A}"/>
              </a:ext>
            </a:extLst>
          </p:cNvPr>
          <p:cNvSpPr>
            <a:spLocks noGrp="1"/>
          </p:cNvSpPr>
          <p:nvPr>
            <p:ph type="title"/>
          </p:nvPr>
        </p:nvSpPr>
        <p:spPr>
          <a:xfrm>
            <a:off x="1383564" y="348865"/>
            <a:ext cx="9718111" cy="1576446"/>
          </a:xfrm>
        </p:spPr>
        <p:txBody>
          <a:bodyPr anchor="ctr">
            <a:normAutofit/>
          </a:bodyPr>
          <a:lstStyle/>
          <a:p>
            <a:r>
              <a:rPr lang="en-GB" sz="4000">
                <a:solidFill>
                  <a:srgbClr val="FFFFFF"/>
                </a:solidFill>
              </a:rPr>
              <a:t>3. Ideation</a:t>
            </a:r>
          </a:p>
        </p:txBody>
      </p:sp>
      <p:graphicFrame>
        <p:nvGraphicFramePr>
          <p:cNvPr id="8" name="Espace réservé du contenu 5">
            <a:extLst>
              <a:ext uri="{FF2B5EF4-FFF2-40B4-BE49-F238E27FC236}">
                <a16:creationId xmlns:a16="http://schemas.microsoft.com/office/drawing/2014/main" id="{056D768E-C6B4-B6C0-B626-F423229DFEE6}"/>
              </a:ext>
            </a:extLst>
          </p:cNvPr>
          <p:cNvGraphicFramePr>
            <a:graphicFrameLocks noGrp="1"/>
          </p:cNvGraphicFramePr>
          <p:nvPr>
            <p:ph idx="1"/>
            <p:extLst>
              <p:ext uri="{D42A27DB-BD31-4B8C-83A1-F6EECF244321}">
                <p14:modId xmlns:p14="http://schemas.microsoft.com/office/powerpoint/2010/main" val="56523230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6341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Espace réservé du contenu 3">
            <a:extLst>
              <a:ext uri="{FF2B5EF4-FFF2-40B4-BE49-F238E27FC236}">
                <a16:creationId xmlns:a16="http://schemas.microsoft.com/office/drawing/2014/main" id="{DFBC32D9-3F7A-4E16-92E2-9F456E5E0F6A}"/>
              </a:ext>
            </a:extLst>
          </p:cNvPr>
          <p:cNvPicPr>
            <a:picLocks noGrp="1" noChangeAspect="1"/>
          </p:cNvPicPr>
          <p:nvPr>
            <p:ph idx="1"/>
          </p:nvPr>
        </p:nvPicPr>
        <p:blipFill>
          <a:blip r:embed="rId2"/>
          <a:srcRect l="1315"/>
          <a:stretch>
            <a:fillRect/>
          </a:stretch>
        </p:blipFill>
        <p:spPr>
          <a:xfrm>
            <a:off x="811814" y="457200"/>
            <a:ext cx="10568371" cy="5943600"/>
          </a:xfrm>
          <a:prstGeom prst="rect">
            <a:avLst/>
          </a:prstGeom>
        </p:spPr>
      </p:pic>
    </p:spTree>
    <p:extLst>
      <p:ext uri="{BB962C8B-B14F-4D97-AF65-F5344CB8AC3E}">
        <p14:creationId xmlns:p14="http://schemas.microsoft.com/office/powerpoint/2010/main" val="2452140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5203A0E-73F5-3754-E9BE-D24BEA536918}"/>
              </a:ext>
            </a:extLst>
          </p:cNvPr>
          <p:cNvSpPr>
            <a:spLocks noGrp="1"/>
          </p:cNvSpPr>
          <p:nvPr>
            <p:ph type="title"/>
          </p:nvPr>
        </p:nvSpPr>
        <p:spPr>
          <a:xfrm>
            <a:off x="630936" y="640823"/>
            <a:ext cx="3419856" cy="5583148"/>
          </a:xfrm>
        </p:spPr>
        <p:txBody>
          <a:bodyPr anchor="ctr">
            <a:normAutofit/>
          </a:bodyPr>
          <a:lstStyle/>
          <a:p>
            <a:r>
              <a:rPr lang="en-GB" sz="5400"/>
              <a:t>UPSTREAM</a:t>
            </a:r>
          </a:p>
        </p:txBody>
      </p:sp>
      <p:sp>
        <p:nvSpPr>
          <p:cNvPr id="50"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a:extLst>
              <a:ext uri="{FF2B5EF4-FFF2-40B4-BE49-F238E27FC236}">
                <a16:creationId xmlns:a16="http://schemas.microsoft.com/office/drawing/2014/main" id="{AF954892-3589-01F1-745B-E3A5CA72AC6C}"/>
              </a:ext>
            </a:extLst>
          </p:cNvPr>
          <p:cNvPicPr>
            <a:picLocks noChangeAspect="1"/>
          </p:cNvPicPr>
          <p:nvPr/>
        </p:nvPicPr>
        <p:blipFill>
          <a:blip r:embed="rId2"/>
          <a:stretch>
            <a:fillRect/>
          </a:stretch>
        </p:blipFill>
        <p:spPr>
          <a:xfrm>
            <a:off x="4654296" y="752071"/>
            <a:ext cx="6894576" cy="3671362"/>
          </a:xfrm>
          <a:prstGeom prst="rect">
            <a:avLst/>
          </a:prstGeom>
        </p:spPr>
      </p:pic>
      <p:sp>
        <p:nvSpPr>
          <p:cNvPr id="3" name="Espace réservé du contenu 2">
            <a:extLst>
              <a:ext uri="{FF2B5EF4-FFF2-40B4-BE49-F238E27FC236}">
                <a16:creationId xmlns:a16="http://schemas.microsoft.com/office/drawing/2014/main" id="{4AA9D449-3908-E91D-83F9-B13170E2F108}"/>
              </a:ext>
            </a:extLst>
          </p:cNvPr>
          <p:cNvSpPr>
            <a:spLocks noGrp="1"/>
          </p:cNvSpPr>
          <p:nvPr>
            <p:ph idx="1"/>
          </p:nvPr>
        </p:nvSpPr>
        <p:spPr>
          <a:xfrm>
            <a:off x="4654296" y="4798577"/>
            <a:ext cx="7523226" cy="2314312"/>
          </a:xfrm>
        </p:spPr>
        <p:txBody>
          <a:bodyPr anchor="t">
            <a:normAutofit/>
          </a:bodyPr>
          <a:lstStyle/>
          <a:p>
            <a:r>
              <a:rPr lang="en-US" sz="1800"/>
              <a:t>Morphological analysis </a:t>
            </a:r>
            <a:endParaRPr lang="en-US" sz="1800">
              <a:ea typeface="Calibri"/>
              <a:cs typeface="Calibri"/>
            </a:endParaRPr>
          </a:p>
          <a:p>
            <a:pPr lvl="1">
              <a:buFont typeface="Courier New" panose="05000000000000000000" pitchFamily="2" charset="2"/>
              <a:buChar char="o"/>
            </a:pPr>
            <a:r>
              <a:rPr lang="fr-BE" sz="1800"/>
              <a:t>1. Inputs for anticipation </a:t>
            </a:r>
            <a:endParaRPr lang="fr-BE" sz="1800">
              <a:ea typeface="Calibri" panose="020F0502020204030204"/>
              <a:cs typeface="Calibri" panose="020F0502020204030204"/>
            </a:endParaRPr>
          </a:p>
          <a:p>
            <a:pPr lvl="1">
              <a:buFont typeface="Courier New" panose="05000000000000000000" pitchFamily="2" charset="2"/>
              <a:buChar char="o"/>
            </a:pPr>
            <a:r>
              <a:rPr lang="fr-BE" sz="1800"/>
              <a:t>2. </a:t>
            </a:r>
            <a:r>
              <a:rPr lang="fr-BE" sz="1800" err="1"/>
              <a:t>Prediction</a:t>
            </a:r>
            <a:r>
              <a:rPr lang="fr-BE" sz="1800"/>
              <a:t> </a:t>
            </a:r>
            <a:r>
              <a:rPr lang="fr-BE" sz="1800" err="1"/>
              <a:t>approach</a:t>
            </a:r>
            <a:r>
              <a:rPr lang="fr-BE" sz="1800"/>
              <a:t> </a:t>
            </a:r>
            <a:endParaRPr lang="fr-BE" sz="1800">
              <a:ea typeface="Calibri" panose="020F0502020204030204"/>
              <a:cs typeface="Calibri" panose="020F0502020204030204"/>
            </a:endParaRPr>
          </a:p>
          <a:p>
            <a:pPr lvl="1">
              <a:buFont typeface="Courier New" panose="05000000000000000000" pitchFamily="2" charset="2"/>
              <a:buChar char="o"/>
            </a:pPr>
            <a:r>
              <a:rPr lang="fr-BE" sz="1800"/>
              <a:t>3. Communication </a:t>
            </a:r>
            <a:r>
              <a:rPr lang="fr-BE" sz="1800" err="1"/>
              <a:t>channel</a:t>
            </a:r>
            <a:endParaRPr lang="fr-BE" sz="1800">
              <a:ea typeface="Calibri" panose="020F0502020204030204"/>
              <a:cs typeface="Calibri" panose="020F0502020204030204"/>
            </a:endParaRPr>
          </a:p>
          <a:p>
            <a:pPr lvl="1">
              <a:buFont typeface="Courier New" panose="05000000000000000000" pitchFamily="2" charset="2"/>
              <a:buChar char="o"/>
            </a:pPr>
            <a:r>
              <a:rPr lang="fr-BE" sz="1800"/>
              <a:t>4. Update timing </a:t>
            </a:r>
            <a:endParaRPr lang="en-US" sz="1800">
              <a:ea typeface="Calibri" panose="020F0502020204030204"/>
              <a:cs typeface="Calibri" panose="020F0502020204030204"/>
            </a:endParaRPr>
          </a:p>
          <a:p>
            <a:r>
              <a:rPr lang="en-US" sz="1800"/>
              <a:t>Convergence with the DFV model</a:t>
            </a:r>
            <a:endParaRPr lang="en-US" sz="1800">
              <a:ea typeface="Calibri"/>
              <a:cs typeface="Calibri"/>
            </a:endParaRPr>
          </a:p>
          <a:p>
            <a:endParaRPr lang="fr-BE" sz="1000"/>
          </a:p>
          <a:p>
            <a:pPr lvl="1">
              <a:buFont typeface="Courier New" panose="05000000000000000000" pitchFamily="2" charset="2"/>
              <a:buChar char="o"/>
            </a:pPr>
            <a:endParaRPr lang="fr-BE" sz="1000">
              <a:ea typeface="Calibri" panose="020F0502020204030204"/>
              <a:cs typeface="Calibri" panose="020F0502020204030204"/>
            </a:endParaRPr>
          </a:p>
          <a:p>
            <a:pPr marL="457200" lvl="1" indent="0">
              <a:buNone/>
            </a:pPr>
            <a:endParaRPr lang="fr-BE" sz="1000"/>
          </a:p>
        </p:txBody>
      </p:sp>
      <p:sp>
        <p:nvSpPr>
          <p:cNvPr id="5" name="Rectangle 4">
            <a:extLst>
              <a:ext uri="{FF2B5EF4-FFF2-40B4-BE49-F238E27FC236}">
                <a16:creationId xmlns:a16="http://schemas.microsoft.com/office/drawing/2014/main" id="{18E729D5-4F47-2BD7-6E70-2C9950592C57}"/>
              </a:ext>
            </a:extLst>
          </p:cNvPr>
          <p:cNvSpPr/>
          <p:nvPr/>
        </p:nvSpPr>
        <p:spPr>
          <a:xfrm>
            <a:off x="248465" y="402771"/>
            <a:ext cx="1580335" cy="6313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03775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B3082D3-194A-BF49-8691-C1E4190B5FC9}"/>
              </a:ext>
            </a:extLst>
          </p:cNvPr>
          <p:cNvSpPr>
            <a:spLocks noGrp="1"/>
          </p:cNvSpPr>
          <p:nvPr>
            <p:ph type="title"/>
          </p:nvPr>
        </p:nvSpPr>
        <p:spPr>
          <a:xfrm>
            <a:off x="1046746" y="586822"/>
            <a:ext cx="3560252" cy="1645920"/>
          </a:xfrm>
        </p:spPr>
        <p:txBody>
          <a:bodyPr>
            <a:normAutofit/>
          </a:bodyPr>
          <a:lstStyle/>
          <a:p>
            <a:r>
              <a:rPr lang="en-GB" sz="3200"/>
              <a:t>Concept upstream final</a:t>
            </a:r>
          </a:p>
        </p:txBody>
      </p:sp>
      <p:sp>
        <p:nvSpPr>
          <p:cNvPr id="25" name="Rectangle 24">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88395224-D18F-AC0B-056B-ECC0571145C5}"/>
              </a:ext>
            </a:extLst>
          </p:cNvPr>
          <p:cNvSpPr>
            <a:spLocks noGrp="1"/>
          </p:cNvSpPr>
          <p:nvPr>
            <p:ph idx="1"/>
          </p:nvPr>
        </p:nvSpPr>
        <p:spPr>
          <a:xfrm>
            <a:off x="5091927" y="471147"/>
            <a:ext cx="6059786" cy="1882081"/>
          </a:xfrm>
        </p:spPr>
        <p:txBody>
          <a:bodyPr vert="horz" lIns="91440" tIns="45720" rIns="91440" bIns="45720" rtlCol="0" anchor="ctr">
            <a:noAutofit/>
          </a:bodyPr>
          <a:lstStyle/>
          <a:p>
            <a:r>
              <a:rPr lang="en-US" sz="1200"/>
              <a:t>Early Discharge Prediction and Communication Platform </a:t>
            </a:r>
            <a:endParaRPr lang="en-US" sz="1200">
              <a:ea typeface="Calibri"/>
              <a:cs typeface="Calibri"/>
            </a:endParaRPr>
          </a:p>
          <a:p>
            <a:r>
              <a:rPr lang="fr-BE" sz="1200" err="1">
                <a:ea typeface="+mn-lt"/>
                <a:cs typeface="+mn-lt"/>
              </a:rPr>
              <a:t>Three</a:t>
            </a:r>
            <a:r>
              <a:rPr lang="fr-BE" sz="1200">
                <a:ea typeface="+mn-lt"/>
                <a:cs typeface="+mn-lt"/>
              </a:rPr>
              <a:t> </a:t>
            </a:r>
            <a:r>
              <a:rPr lang="fr-BE" sz="1200" err="1">
                <a:ea typeface="+mn-lt"/>
                <a:cs typeface="+mn-lt"/>
              </a:rPr>
              <a:t>integrated</a:t>
            </a:r>
            <a:r>
              <a:rPr lang="fr-BE" sz="1200">
                <a:ea typeface="+mn-lt"/>
                <a:cs typeface="+mn-lt"/>
              </a:rPr>
              <a:t> components: </a:t>
            </a:r>
          </a:p>
          <a:p>
            <a:pPr lvl="1"/>
            <a:r>
              <a:rPr lang="fr-BE" sz="1200">
                <a:ea typeface="+mn-lt"/>
                <a:cs typeface="+mn-lt"/>
              </a:rPr>
              <a:t>1. 1. Early </a:t>
            </a:r>
            <a:r>
              <a:rPr lang="fr-BE" sz="1200" err="1">
                <a:ea typeface="+mn-lt"/>
                <a:cs typeface="+mn-lt"/>
              </a:rPr>
              <a:t>prediction</a:t>
            </a:r>
            <a:r>
              <a:rPr lang="fr-BE" sz="1200">
                <a:ea typeface="+mn-lt"/>
                <a:cs typeface="+mn-lt"/>
              </a:rPr>
              <a:t> </a:t>
            </a:r>
            <a:r>
              <a:rPr lang="fr-BE" sz="1200" err="1">
                <a:ea typeface="+mn-lt"/>
                <a:cs typeface="+mn-lt"/>
              </a:rPr>
              <a:t>upon</a:t>
            </a:r>
            <a:r>
              <a:rPr lang="fr-BE" sz="1200">
                <a:ea typeface="+mn-lt"/>
                <a:cs typeface="+mn-lt"/>
              </a:rPr>
              <a:t> admission: </a:t>
            </a:r>
            <a:r>
              <a:rPr lang="fr-BE" sz="1200" err="1">
                <a:ea typeface="+mn-lt"/>
                <a:cs typeface="+mn-lt"/>
              </a:rPr>
              <a:t>estimated</a:t>
            </a:r>
            <a:r>
              <a:rPr lang="fr-BE" sz="1200">
                <a:ea typeface="+mn-lt"/>
                <a:cs typeface="+mn-lt"/>
              </a:rPr>
              <a:t> </a:t>
            </a:r>
            <a:r>
              <a:rPr lang="fr-BE" sz="1200" err="1">
                <a:ea typeface="+mn-lt"/>
                <a:cs typeface="+mn-lt"/>
              </a:rPr>
              <a:t>discharge</a:t>
            </a:r>
            <a:r>
              <a:rPr lang="fr-BE" sz="1200">
                <a:ea typeface="+mn-lt"/>
                <a:cs typeface="+mn-lt"/>
              </a:rPr>
              <a:t> date + confidence </a:t>
            </a:r>
            <a:r>
              <a:rPr lang="fr-BE" sz="1200" err="1">
                <a:ea typeface="+mn-lt"/>
                <a:cs typeface="+mn-lt"/>
              </a:rPr>
              <a:t>level</a:t>
            </a:r>
            <a:r>
              <a:rPr lang="fr-BE" sz="1200">
                <a:ea typeface="+mn-lt"/>
                <a:cs typeface="+mn-lt"/>
              </a:rPr>
              <a:t>. </a:t>
            </a:r>
          </a:p>
          <a:p>
            <a:pPr lvl="1"/>
            <a:endParaRPr lang="fr-BE" sz="1200">
              <a:ea typeface="+mn-lt"/>
              <a:cs typeface="+mn-lt"/>
            </a:endParaRPr>
          </a:p>
          <a:p>
            <a:pPr lvl="1"/>
            <a:r>
              <a:rPr lang="fr-BE" sz="1200">
                <a:ea typeface="+mn-lt"/>
                <a:cs typeface="+mn-lt"/>
              </a:rPr>
              <a:t>2. Daily update routine: brief team meeting to </a:t>
            </a:r>
            <a:r>
              <a:rPr lang="fr-BE" sz="1200" err="1">
                <a:ea typeface="+mn-lt"/>
                <a:cs typeface="+mn-lt"/>
              </a:rPr>
              <a:t>confirm</a:t>
            </a:r>
            <a:r>
              <a:rPr lang="fr-BE" sz="1200">
                <a:ea typeface="+mn-lt"/>
                <a:cs typeface="+mn-lt"/>
              </a:rPr>
              <a:t>/</a:t>
            </a:r>
            <a:r>
              <a:rPr lang="fr-BE" sz="1200" err="1">
                <a:ea typeface="+mn-lt"/>
                <a:cs typeface="+mn-lt"/>
              </a:rPr>
              <a:t>adjust</a:t>
            </a:r>
            <a:r>
              <a:rPr lang="fr-BE" sz="1200">
                <a:ea typeface="+mn-lt"/>
                <a:cs typeface="+mn-lt"/>
              </a:rPr>
              <a:t> </a:t>
            </a:r>
            <a:r>
              <a:rPr lang="fr-BE" sz="1200" err="1">
                <a:ea typeface="+mn-lt"/>
                <a:cs typeface="+mn-lt"/>
              </a:rPr>
              <a:t>planned</a:t>
            </a:r>
            <a:r>
              <a:rPr lang="fr-BE" sz="1200">
                <a:ea typeface="+mn-lt"/>
                <a:cs typeface="+mn-lt"/>
              </a:rPr>
              <a:t> </a:t>
            </a:r>
            <a:r>
              <a:rPr lang="fr-BE" sz="1200" err="1">
                <a:ea typeface="+mn-lt"/>
                <a:cs typeface="+mn-lt"/>
              </a:rPr>
              <a:t>discharges</a:t>
            </a:r>
            <a:r>
              <a:rPr lang="fr-BE" sz="1200">
                <a:ea typeface="+mn-lt"/>
                <a:cs typeface="+mn-lt"/>
              </a:rPr>
              <a:t>. </a:t>
            </a:r>
          </a:p>
          <a:p>
            <a:pPr lvl="1"/>
            <a:endParaRPr lang="fr-BE" sz="1200">
              <a:ea typeface="+mn-lt"/>
              <a:cs typeface="+mn-lt"/>
            </a:endParaRPr>
          </a:p>
          <a:p>
            <a:pPr lvl="1"/>
            <a:r>
              <a:rPr lang="fr-BE" sz="1200">
                <a:ea typeface="+mn-lt"/>
                <a:cs typeface="+mn-lt"/>
              </a:rPr>
              <a:t>3. 3. </a:t>
            </a:r>
            <a:r>
              <a:rPr lang="fr-BE" sz="1200" err="1">
                <a:ea typeface="+mn-lt"/>
                <a:cs typeface="+mn-lt"/>
              </a:rPr>
              <a:t>Standardized</a:t>
            </a:r>
            <a:r>
              <a:rPr lang="fr-BE" sz="1200">
                <a:ea typeface="+mn-lt"/>
                <a:cs typeface="+mn-lt"/>
              </a:rPr>
              <a:t> communication </a:t>
            </a:r>
            <a:r>
              <a:rPr lang="fr-BE" sz="1200" err="1">
                <a:ea typeface="+mn-lt"/>
                <a:cs typeface="+mn-lt"/>
              </a:rPr>
              <a:t>with</a:t>
            </a:r>
            <a:r>
              <a:rPr lang="fr-BE" sz="1200">
                <a:ea typeface="+mn-lt"/>
                <a:cs typeface="+mn-lt"/>
              </a:rPr>
              <a:t> the patient: </a:t>
            </a:r>
            <a:r>
              <a:rPr lang="fr-BE" sz="1200" err="1">
                <a:ea typeface="+mn-lt"/>
                <a:cs typeface="+mn-lt"/>
              </a:rPr>
              <a:t>clear</a:t>
            </a:r>
            <a:r>
              <a:rPr lang="fr-BE" sz="1200">
                <a:ea typeface="+mn-lt"/>
                <a:cs typeface="+mn-lt"/>
              </a:rPr>
              <a:t> updates on key </a:t>
            </a:r>
            <a:r>
              <a:rPr lang="fr-BE" sz="1200" err="1">
                <a:ea typeface="+mn-lt"/>
                <a:cs typeface="+mn-lt"/>
              </a:rPr>
              <a:t>milestones</a:t>
            </a:r>
            <a:r>
              <a:rPr lang="fr-BE" sz="1200">
                <a:ea typeface="+mn-lt"/>
                <a:cs typeface="+mn-lt"/>
              </a:rPr>
              <a:t> in the </a:t>
            </a:r>
            <a:r>
              <a:rPr lang="fr-BE" sz="1200" err="1">
                <a:ea typeface="+mn-lt"/>
                <a:cs typeface="+mn-lt"/>
              </a:rPr>
              <a:t>planned</a:t>
            </a:r>
            <a:r>
              <a:rPr lang="fr-BE" sz="1200">
                <a:ea typeface="+mn-lt"/>
                <a:cs typeface="+mn-lt"/>
              </a:rPr>
              <a:t> care </a:t>
            </a:r>
            <a:r>
              <a:rPr lang="fr-BE" sz="1200" err="1">
                <a:ea typeface="+mn-lt"/>
                <a:cs typeface="+mn-lt"/>
              </a:rPr>
              <a:t>pathway</a:t>
            </a:r>
            <a:r>
              <a:rPr lang="fr-BE" sz="1200">
                <a:ea typeface="+mn-lt"/>
                <a:cs typeface="+mn-lt"/>
              </a:rPr>
              <a:t> (2 </a:t>
            </a:r>
            <a:r>
              <a:rPr lang="fr-BE" sz="1200" err="1">
                <a:ea typeface="+mn-lt"/>
                <a:cs typeface="+mn-lt"/>
              </a:rPr>
              <a:t>days</a:t>
            </a:r>
            <a:r>
              <a:rPr lang="fr-BE" sz="1200">
                <a:ea typeface="+mn-lt"/>
                <a:cs typeface="+mn-lt"/>
              </a:rPr>
              <a:t> </a:t>
            </a:r>
            <a:r>
              <a:rPr lang="fr-BE" sz="1200" err="1">
                <a:ea typeface="+mn-lt"/>
                <a:cs typeface="+mn-lt"/>
              </a:rPr>
              <a:t>before</a:t>
            </a:r>
            <a:r>
              <a:rPr lang="fr-BE" sz="1200">
                <a:ea typeface="+mn-lt"/>
                <a:cs typeface="+mn-lt"/>
              </a:rPr>
              <a:t>, 1 </a:t>
            </a:r>
            <a:r>
              <a:rPr lang="fr-BE" sz="1200" err="1">
                <a:ea typeface="+mn-lt"/>
                <a:cs typeface="+mn-lt"/>
              </a:rPr>
              <a:t>day</a:t>
            </a:r>
            <a:r>
              <a:rPr lang="fr-BE" sz="1200">
                <a:ea typeface="+mn-lt"/>
                <a:cs typeface="+mn-lt"/>
              </a:rPr>
              <a:t> </a:t>
            </a:r>
            <a:r>
              <a:rPr lang="fr-BE" sz="1200" err="1">
                <a:ea typeface="+mn-lt"/>
                <a:cs typeface="+mn-lt"/>
              </a:rPr>
              <a:t>before</a:t>
            </a:r>
            <a:r>
              <a:rPr lang="fr-BE" sz="1200">
                <a:ea typeface="+mn-lt"/>
                <a:cs typeface="+mn-lt"/>
              </a:rPr>
              <a:t>, and on the </a:t>
            </a:r>
            <a:r>
              <a:rPr lang="fr-BE" sz="1200" err="1">
                <a:ea typeface="+mn-lt"/>
                <a:cs typeface="+mn-lt"/>
              </a:rPr>
              <a:t>day</a:t>
            </a:r>
            <a:r>
              <a:rPr lang="fr-BE" sz="1200">
                <a:ea typeface="+mn-lt"/>
                <a:cs typeface="+mn-lt"/>
              </a:rPr>
              <a:t> of </a:t>
            </a:r>
            <a:r>
              <a:rPr lang="fr-BE" sz="1200" err="1">
                <a:ea typeface="+mn-lt"/>
                <a:cs typeface="+mn-lt"/>
              </a:rPr>
              <a:t>discharge</a:t>
            </a:r>
            <a:r>
              <a:rPr lang="fr-BE" sz="1200">
                <a:ea typeface="+mn-lt"/>
                <a:cs typeface="+mn-lt"/>
              </a:rPr>
              <a:t>).</a:t>
            </a:r>
            <a:endParaRPr lang="en-GB" sz="1050">
              <a:ea typeface="+mn-lt"/>
              <a:cs typeface="+mn-lt"/>
            </a:endParaRPr>
          </a:p>
        </p:txBody>
      </p:sp>
      <p:pic>
        <p:nvPicPr>
          <p:cNvPr id="5" name="Image 4">
            <a:extLst>
              <a:ext uri="{FF2B5EF4-FFF2-40B4-BE49-F238E27FC236}">
                <a16:creationId xmlns:a16="http://schemas.microsoft.com/office/drawing/2014/main" id="{45819A17-3AC2-D6DD-CE93-E06006C30BD2}"/>
              </a:ext>
            </a:extLst>
          </p:cNvPr>
          <p:cNvPicPr>
            <a:picLocks noChangeAspect="1"/>
          </p:cNvPicPr>
          <p:nvPr/>
        </p:nvPicPr>
        <p:blipFill>
          <a:blip r:embed="rId2"/>
          <a:srcRect t="-3336" r="965"/>
          <a:stretch>
            <a:fillRect/>
          </a:stretch>
        </p:blipFill>
        <p:spPr>
          <a:xfrm>
            <a:off x="557784" y="3150834"/>
            <a:ext cx="11164824" cy="2650308"/>
          </a:xfrm>
          <a:prstGeom prst="rect">
            <a:avLst/>
          </a:prstGeom>
        </p:spPr>
      </p:pic>
    </p:spTree>
    <p:extLst>
      <p:ext uri="{BB962C8B-B14F-4D97-AF65-F5344CB8AC3E}">
        <p14:creationId xmlns:p14="http://schemas.microsoft.com/office/powerpoint/2010/main" val="2898668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Rectangle 2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0D012F9-B584-898A-4762-A155D1F89C94}"/>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During</a:t>
            </a:r>
          </a:p>
        </p:txBody>
      </p:sp>
      <p:sp>
        <p:nvSpPr>
          <p:cNvPr id="3" name="Espace réservé du contenu 2">
            <a:extLst>
              <a:ext uri="{FF2B5EF4-FFF2-40B4-BE49-F238E27FC236}">
                <a16:creationId xmlns:a16="http://schemas.microsoft.com/office/drawing/2014/main" id="{1D67F78E-037A-CFB6-4488-4798F928DF03}"/>
              </a:ext>
            </a:extLst>
          </p:cNvPr>
          <p:cNvSpPr>
            <a:spLocks noGrp="1"/>
          </p:cNvSpPr>
          <p:nvPr>
            <p:ph idx="1"/>
          </p:nvPr>
        </p:nvSpPr>
        <p:spPr>
          <a:xfrm>
            <a:off x="4581727" y="649480"/>
            <a:ext cx="3025303" cy="5546047"/>
          </a:xfrm>
        </p:spPr>
        <p:txBody>
          <a:bodyPr anchor="ctr">
            <a:normAutofit/>
          </a:bodyPr>
          <a:lstStyle/>
          <a:p>
            <a:r>
              <a:rPr lang="en-GB" sz="2000">
                <a:ea typeface="+mn-lt"/>
                <a:cs typeface="+mn-lt"/>
              </a:rPr>
              <a:t>Structured Brainstorming </a:t>
            </a:r>
          </a:p>
          <a:p>
            <a:endParaRPr lang="en-GB" sz="2000"/>
          </a:p>
          <a:p>
            <a:r>
              <a:rPr lang="en-GB" sz="2000">
                <a:ea typeface="+mn-lt"/>
                <a:cs typeface="+mn-lt"/>
              </a:rPr>
              <a:t>Divergence: Generate as many ideas as possible </a:t>
            </a:r>
            <a:endParaRPr lang="en-GB" sz="2000"/>
          </a:p>
          <a:p>
            <a:pPr marL="0" indent="0">
              <a:buNone/>
            </a:pPr>
            <a:endParaRPr lang="en-GB" sz="2000">
              <a:ea typeface="+mn-lt"/>
              <a:cs typeface="+mn-lt"/>
            </a:endParaRPr>
          </a:p>
          <a:p>
            <a:r>
              <a:rPr lang="en-GB" sz="2000">
                <a:ea typeface="+mn-lt"/>
                <a:cs typeface="+mn-lt"/>
              </a:rPr>
              <a:t>No judgment </a:t>
            </a:r>
            <a:endParaRPr lang="en-GB" sz="2000"/>
          </a:p>
          <a:p>
            <a:endParaRPr lang="en-GB" sz="2000"/>
          </a:p>
          <a:p>
            <a:r>
              <a:rPr lang="en-GB" sz="2000">
                <a:ea typeface="+mn-lt"/>
                <a:cs typeface="+mn-lt"/>
              </a:rPr>
              <a:t>Convergence via DFV </a:t>
            </a:r>
            <a:endParaRPr lang="en-GB" sz="2000"/>
          </a:p>
          <a:p>
            <a:endParaRPr lang="en-GB" sz="2000"/>
          </a:p>
          <a:p>
            <a:r>
              <a:rPr lang="en-GB" sz="2000">
                <a:ea typeface="+mn-lt"/>
                <a:cs typeface="+mn-lt"/>
              </a:rPr>
              <a:t>Consolidate ideas into a single concept </a:t>
            </a:r>
            <a:endParaRPr lang="en-GB" sz="2000"/>
          </a:p>
          <a:p>
            <a:endParaRPr lang="en-GB" sz="2000"/>
          </a:p>
          <a:p>
            <a:r>
              <a:rPr lang="en-GB" sz="2000">
                <a:ea typeface="+mn-lt"/>
                <a:cs typeface="+mn-lt"/>
              </a:rPr>
              <a:t>=&gt; Create templates and a shared planning process</a:t>
            </a:r>
            <a:endParaRPr lang="en-GB" sz="2000"/>
          </a:p>
        </p:txBody>
      </p:sp>
      <p:pic>
        <p:nvPicPr>
          <p:cNvPr id="5" name="Picture 4" descr="Personnes travaillant sur des idées">
            <a:extLst>
              <a:ext uri="{FF2B5EF4-FFF2-40B4-BE49-F238E27FC236}">
                <a16:creationId xmlns:a16="http://schemas.microsoft.com/office/drawing/2014/main" id="{968889A4-791F-106D-6790-97A2AA9AB351}"/>
              </a:ext>
            </a:extLst>
          </p:cNvPr>
          <p:cNvPicPr>
            <a:picLocks noChangeAspect="1"/>
          </p:cNvPicPr>
          <p:nvPr/>
        </p:nvPicPr>
        <p:blipFill>
          <a:blip r:embed="rId3"/>
          <a:srcRect l="26699" r="34310" b="2"/>
          <a:stretch>
            <a:fillRect/>
          </a:stretch>
        </p:blipFill>
        <p:spPr>
          <a:xfrm>
            <a:off x="8109502" y="10"/>
            <a:ext cx="4082498" cy="6857990"/>
          </a:xfrm>
          <a:prstGeom prst="rect">
            <a:avLst/>
          </a:prstGeom>
        </p:spPr>
      </p:pic>
    </p:spTree>
    <p:extLst>
      <p:ext uri="{BB962C8B-B14F-4D97-AF65-F5344CB8AC3E}">
        <p14:creationId xmlns:p14="http://schemas.microsoft.com/office/powerpoint/2010/main" val="1441651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Freeform: Shape 10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8" name="Rectangle 10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C954191-7649-8B14-B9A7-E8094FA89E46}"/>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Downstream</a:t>
            </a:r>
          </a:p>
        </p:txBody>
      </p:sp>
      <p:sp>
        <p:nvSpPr>
          <p:cNvPr id="3" name="Espace réservé du contenu 2">
            <a:extLst>
              <a:ext uri="{FF2B5EF4-FFF2-40B4-BE49-F238E27FC236}">
                <a16:creationId xmlns:a16="http://schemas.microsoft.com/office/drawing/2014/main" id="{5936E9FF-AD72-CBCB-4DA3-5EDC924D5716}"/>
              </a:ext>
            </a:extLst>
          </p:cNvPr>
          <p:cNvSpPr>
            <a:spLocks noGrp="1"/>
          </p:cNvSpPr>
          <p:nvPr>
            <p:ph idx="1"/>
          </p:nvPr>
        </p:nvSpPr>
        <p:spPr>
          <a:xfrm>
            <a:off x="4581727" y="649480"/>
            <a:ext cx="3025303" cy="5546047"/>
          </a:xfrm>
        </p:spPr>
        <p:txBody>
          <a:bodyPr vert="horz" lIns="91440" tIns="45720" rIns="91440" bIns="45720" rtlCol="0" anchor="ctr">
            <a:normAutofit/>
          </a:bodyPr>
          <a:lstStyle/>
          <a:p>
            <a:r>
              <a:rPr lang="en-GB" sz="1700">
                <a:ea typeface="+mn-lt"/>
                <a:cs typeface="+mn-lt"/>
              </a:rPr>
              <a:t>SCAMPER Method </a:t>
            </a:r>
            <a:endParaRPr lang="en-US" sz="1700"/>
          </a:p>
          <a:p>
            <a:endParaRPr lang="en-GB" sz="1700"/>
          </a:p>
          <a:p>
            <a:r>
              <a:rPr lang="en-GB" sz="1700">
                <a:ea typeface="+mn-lt"/>
                <a:cs typeface="+mn-lt"/>
              </a:rPr>
              <a:t>Helps explore new avenues </a:t>
            </a:r>
            <a:endParaRPr lang="en-GB" sz="1700"/>
          </a:p>
          <a:p>
            <a:endParaRPr lang="en-GB" sz="1700"/>
          </a:p>
          <a:p>
            <a:r>
              <a:rPr lang="en-GB" sz="1700">
                <a:ea typeface="+mn-lt"/>
                <a:cs typeface="+mn-lt"/>
              </a:rPr>
              <a:t>Generates many ideas </a:t>
            </a:r>
            <a:endParaRPr lang="en-GB" sz="1700"/>
          </a:p>
          <a:p>
            <a:endParaRPr lang="en-GB" sz="1700"/>
          </a:p>
          <a:p>
            <a:r>
              <a:rPr lang="en-GB" sz="1700">
                <a:ea typeface="+mn-lt"/>
                <a:cs typeface="+mn-lt"/>
              </a:rPr>
              <a:t>Clusters similar ideas </a:t>
            </a:r>
            <a:endParaRPr lang="en-GB" sz="1700"/>
          </a:p>
          <a:p>
            <a:endParaRPr lang="en-GB" sz="1700"/>
          </a:p>
          <a:p>
            <a:r>
              <a:rPr lang="en-GB" sz="1700">
                <a:ea typeface="+mn-lt"/>
                <a:cs typeface="+mn-lt"/>
              </a:rPr>
              <a:t>Convergence with DFV </a:t>
            </a:r>
            <a:endParaRPr lang="en-GB" sz="1700"/>
          </a:p>
          <a:p>
            <a:endParaRPr lang="en-GB" sz="1700"/>
          </a:p>
          <a:p>
            <a:pPr marL="0" indent="0">
              <a:buNone/>
            </a:pPr>
            <a:r>
              <a:rPr lang="en-GB" sz="1700">
                <a:ea typeface="+mn-lt"/>
                <a:cs typeface="+mn-lt"/>
              </a:rPr>
              <a:t>=&gt; 3 main ideas: A post-discharge waiting room, improving digital coordination, and reorganizing the discharge process </a:t>
            </a:r>
          </a:p>
          <a:p>
            <a:pPr marL="0" indent="0">
              <a:buNone/>
            </a:pPr>
            <a:r>
              <a:rPr lang="en-GB" sz="1700"/>
              <a:t> </a:t>
            </a:r>
          </a:p>
        </p:txBody>
      </p:sp>
      <p:pic>
        <p:nvPicPr>
          <p:cNvPr id="1026" name="Picture 2" descr="The SCAMPER technique — a powerful tool for creative thinking and  innovation. 🔸 S – Substitute 🔸 C – Combine 🔸 A – Adapt 🔸 M – Modify 🔸  P – Put">
            <a:extLst>
              <a:ext uri="{FF2B5EF4-FFF2-40B4-BE49-F238E27FC236}">
                <a16:creationId xmlns:a16="http://schemas.microsoft.com/office/drawing/2014/main" id="{6AB83D06-3B82-1BBE-2861-FAE12798C70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09502" y="718168"/>
            <a:ext cx="3615776" cy="5433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251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710E8D-F8BC-D783-E1DC-E01AEAB7EA8B}"/>
              </a:ext>
            </a:extLst>
          </p:cNvPr>
          <p:cNvSpPr>
            <a:spLocks noGrp="1"/>
          </p:cNvSpPr>
          <p:nvPr>
            <p:ph type="title"/>
          </p:nvPr>
        </p:nvSpPr>
        <p:spPr>
          <a:xfrm>
            <a:off x="630936" y="640080"/>
            <a:ext cx="4818888" cy="1481328"/>
          </a:xfrm>
        </p:spPr>
        <p:txBody>
          <a:bodyPr anchor="b">
            <a:normAutofit/>
          </a:bodyPr>
          <a:lstStyle/>
          <a:p>
            <a:r>
              <a:rPr lang="en-US" sz="5400">
                <a:ea typeface="Calibri Light"/>
                <a:cs typeface="Calibri Light"/>
              </a:rPr>
              <a:t>4.BMC</a:t>
            </a:r>
            <a:endParaRPr lang="en-US" sz="5400"/>
          </a:p>
        </p:txBody>
      </p:sp>
      <p:sp>
        <p:nvSpPr>
          <p:cNvPr id="4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AD1FA91-D278-E60A-AD05-2FDD57984366}"/>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US" sz="2200">
                <a:ea typeface="+mn-lt"/>
                <a:cs typeface="+mn-lt"/>
              </a:rPr>
              <a:t>Get a quick overview of the solution as a whole </a:t>
            </a:r>
          </a:p>
          <a:p>
            <a:r>
              <a:rPr lang="en-US" sz="2200">
                <a:ea typeface="+mn-lt"/>
                <a:cs typeface="+mn-lt"/>
              </a:rPr>
              <a:t>Identify any inconsistencies or gaps in an idea </a:t>
            </a:r>
          </a:p>
          <a:p>
            <a:r>
              <a:rPr lang="en-US" sz="2200">
                <a:ea typeface="+mn-lt"/>
                <a:cs typeface="+mn-lt"/>
              </a:rPr>
              <a:t>Compare the three solutions with one another to see which is the most viable from a big-picture perspective </a:t>
            </a:r>
          </a:p>
          <a:p>
            <a:endParaRPr lang="en-US" sz="2200"/>
          </a:p>
          <a:p>
            <a:endParaRPr lang="en-US" sz="2200"/>
          </a:p>
          <a:p>
            <a:endParaRPr lang="en-US" sz="2200"/>
          </a:p>
        </p:txBody>
      </p:sp>
      <p:pic>
        <p:nvPicPr>
          <p:cNvPr id="4" name="Picture 3">
            <a:extLst>
              <a:ext uri="{FF2B5EF4-FFF2-40B4-BE49-F238E27FC236}">
                <a16:creationId xmlns:a16="http://schemas.microsoft.com/office/drawing/2014/main" id="{BA626D60-FB43-E258-4A43-93E33F3F4A0D}"/>
              </a:ext>
            </a:extLst>
          </p:cNvPr>
          <p:cNvPicPr>
            <a:picLocks noChangeAspect="1"/>
          </p:cNvPicPr>
          <p:nvPr/>
        </p:nvPicPr>
        <p:blipFill>
          <a:blip r:embed="rId2"/>
          <a:stretch>
            <a:fillRect/>
          </a:stretch>
        </p:blipFill>
        <p:spPr>
          <a:xfrm>
            <a:off x="6099048" y="1634364"/>
            <a:ext cx="5458968" cy="3589271"/>
          </a:xfrm>
          <a:prstGeom prst="rect">
            <a:avLst/>
          </a:prstGeom>
        </p:spPr>
      </p:pic>
    </p:spTree>
    <p:extLst>
      <p:ext uri="{BB962C8B-B14F-4D97-AF65-F5344CB8AC3E}">
        <p14:creationId xmlns:p14="http://schemas.microsoft.com/office/powerpoint/2010/main" val="2018577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715F108-5BB1-2662-5EB6-E9CCE7BAD46A}"/>
              </a:ext>
            </a:extLst>
          </p:cNvPr>
          <p:cNvPicPr>
            <a:picLocks noChangeAspect="1"/>
          </p:cNvPicPr>
          <p:nvPr/>
        </p:nvPicPr>
        <p:blipFill>
          <a:blip r:embed="rId2"/>
          <a:srcRect b="10673"/>
          <a:stretch>
            <a:fillRect/>
          </a:stretch>
        </p:blipFill>
        <p:spPr>
          <a:xfrm>
            <a:off x="457200" y="457200"/>
            <a:ext cx="11277600" cy="5943600"/>
          </a:xfrm>
          <a:prstGeom prst="rect">
            <a:avLst/>
          </a:prstGeom>
        </p:spPr>
      </p:pic>
    </p:spTree>
    <p:extLst>
      <p:ext uri="{BB962C8B-B14F-4D97-AF65-F5344CB8AC3E}">
        <p14:creationId xmlns:p14="http://schemas.microsoft.com/office/powerpoint/2010/main" val="3206536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4540252C-6275-7D34-E82D-7417B67AC406}"/>
              </a:ext>
            </a:extLst>
          </p:cNvPr>
          <p:cNvPicPr>
            <a:picLocks noGrp="1" noChangeAspect="1"/>
          </p:cNvPicPr>
          <p:nvPr>
            <p:ph idx="1"/>
          </p:nvPr>
        </p:nvPicPr>
        <p:blipFill>
          <a:blip r:embed="rId2"/>
          <a:srcRect r="127" b="260"/>
          <a:stretch>
            <a:fillRect/>
          </a:stretch>
        </p:blipFill>
        <p:spPr>
          <a:xfrm>
            <a:off x="457200" y="669667"/>
            <a:ext cx="11277600" cy="5518665"/>
          </a:xfrm>
          <a:prstGeom prst="rect">
            <a:avLst/>
          </a:prstGeom>
        </p:spPr>
      </p:pic>
    </p:spTree>
    <p:extLst>
      <p:ext uri="{BB962C8B-B14F-4D97-AF65-F5344CB8AC3E}">
        <p14:creationId xmlns:p14="http://schemas.microsoft.com/office/powerpoint/2010/main" val="96922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a:extLst>
              <a:ext uri="{FF2B5EF4-FFF2-40B4-BE49-F238E27FC236}">
                <a16:creationId xmlns:a16="http://schemas.microsoft.com/office/drawing/2014/main" id="{8607927A-3C98-198A-30A0-F16B426E68F2}"/>
              </a:ext>
            </a:extLst>
          </p:cNvPr>
          <p:cNvPicPr>
            <a:picLocks noGrp="1" noChangeAspect="1"/>
          </p:cNvPicPr>
          <p:nvPr>
            <p:ph idx="1"/>
          </p:nvPr>
        </p:nvPicPr>
        <p:blipFill>
          <a:blip r:embed="rId2"/>
          <a:stretch>
            <a:fillRect/>
          </a:stretch>
        </p:blipFill>
        <p:spPr>
          <a:xfrm>
            <a:off x="457200" y="877444"/>
            <a:ext cx="11277600" cy="5103112"/>
          </a:xfrm>
          <a:prstGeom prst="rect">
            <a:avLst/>
          </a:prstGeom>
        </p:spPr>
      </p:pic>
    </p:spTree>
    <p:extLst>
      <p:ext uri="{BB962C8B-B14F-4D97-AF65-F5344CB8AC3E}">
        <p14:creationId xmlns:p14="http://schemas.microsoft.com/office/powerpoint/2010/main" val="2359348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9EBBE-BE1F-EE3B-59CF-733505C8718F}"/>
              </a:ext>
            </a:extLst>
          </p:cNvPr>
          <p:cNvSpPr>
            <a:spLocks noGrp="1"/>
          </p:cNvSpPr>
          <p:nvPr>
            <p:ph type="title"/>
          </p:nvPr>
        </p:nvSpPr>
        <p:spPr/>
        <p:txBody>
          <a:bodyPr/>
          <a:lstStyle/>
          <a:p>
            <a:r>
              <a:rPr lang="en-US">
                <a:ea typeface="+mj-lt"/>
                <a:cs typeface="+mj-lt"/>
              </a:rPr>
              <a:t>Post-BMC decision</a:t>
            </a:r>
            <a:endParaRPr lang="en-US"/>
          </a:p>
        </p:txBody>
      </p:sp>
      <p:graphicFrame>
        <p:nvGraphicFramePr>
          <p:cNvPr id="11" name="Content Placeholder 2">
            <a:extLst>
              <a:ext uri="{FF2B5EF4-FFF2-40B4-BE49-F238E27FC236}">
                <a16:creationId xmlns:a16="http://schemas.microsoft.com/office/drawing/2014/main" id="{ACD4C855-A272-BF32-C50C-39600A161018}"/>
              </a:ext>
            </a:extLst>
          </p:cNvPr>
          <p:cNvGraphicFramePr>
            <a:graphicFrameLocks noGrp="1"/>
          </p:cNvGraphicFramePr>
          <p:nvPr>
            <p:ph idx="1"/>
          </p:nvPr>
        </p:nvGraphicFramePr>
        <p:xfrm>
          <a:off x="478766" y="2530115"/>
          <a:ext cx="6533072" cy="29998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Right 4">
            <a:extLst>
              <a:ext uri="{FF2B5EF4-FFF2-40B4-BE49-F238E27FC236}">
                <a16:creationId xmlns:a16="http://schemas.microsoft.com/office/drawing/2014/main" id="{3CD2E0E5-7C74-CA46-DD9C-56D56012FB40}"/>
              </a:ext>
            </a:extLst>
          </p:cNvPr>
          <p:cNvSpPr/>
          <p:nvPr/>
        </p:nvSpPr>
        <p:spPr>
          <a:xfrm>
            <a:off x="7375348" y="2879384"/>
            <a:ext cx="2013577" cy="13472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787385D-5ADC-4F8A-E214-777737943953}"/>
              </a:ext>
            </a:extLst>
          </p:cNvPr>
          <p:cNvSpPr txBox="1"/>
          <p:nvPr/>
        </p:nvSpPr>
        <p:spPr>
          <a:xfrm>
            <a:off x="8065698" y="3242094"/>
            <a:ext cx="549215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ea typeface="Calibri" panose="020F0502020204030204"/>
                <a:cs typeface="Calibri" panose="020F0502020204030204"/>
              </a:rPr>
              <a:t>UPSTREAM</a:t>
            </a:r>
            <a:endParaRPr lang="en-US" sz="3600"/>
          </a:p>
        </p:txBody>
      </p:sp>
    </p:spTree>
    <p:extLst>
      <p:ext uri="{BB962C8B-B14F-4D97-AF65-F5344CB8AC3E}">
        <p14:creationId xmlns:p14="http://schemas.microsoft.com/office/powerpoint/2010/main" val="2796516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C6651F1-7960-DEF1-39A8-3374EB197105}"/>
              </a:ext>
            </a:extLst>
          </p:cNvPr>
          <p:cNvSpPr>
            <a:spLocks noGrp="1"/>
          </p:cNvSpPr>
          <p:nvPr>
            <p:ph type="title"/>
          </p:nvPr>
        </p:nvSpPr>
        <p:spPr>
          <a:xfrm>
            <a:off x="1371597" y="348865"/>
            <a:ext cx="10044023" cy="877729"/>
          </a:xfrm>
        </p:spPr>
        <p:txBody>
          <a:bodyPr anchor="ctr">
            <a:normAutofit/>
          </a:bodyPr>
          <a:lstStyle/>
          <a:p>
            <a:r>
              <a:rPr lang="en-GB" sz="4000">
                <a:solidFill>
                  <a:srgbClr val="FFFFFF"/>
                </a:solidFill>
              </a:rPr>
              <a:t>5. Prototyping </a:t>
            </a:r>
          </a:p>
        </p:txBody>
      </p:sp>
      <p:graphicFrame>
        <p:nvGraphicFramePr>
          <p:cNvPr id="5" name="Espace réservé du contenu 2">
            <a:extLst>
              <a:ext uri="{FF2B5EF4-FFF2-40B4-BE49-F238E27FC236}">
                <a16:creationId xmlns:a16="http://schemas.microsoft.com/office/drawing/2014/main" id="{8385DD38-4F6A-4321-2122-FB10AAAB6054}"/>
              </a:ext>
            </a:extLst>
          </p:cNvPr>
          <p:cNvGraphicFramePr>
            <a:graphicFrameLocks noGrp="1"/>
          </p:cNvGraphicFramePr>
          <p:nvPr>
            <p:ph idx="1"/>
            <p:extLst>
              <p:ext uri="{D42A27DB-BD31-4B8C-83A1-F6EECF244321}">
                <p14:modId xmlns:p14="http://schemas.microsoft.com/office/powerpoint/2010/main" val="121537454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0036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254D376-7060-4491-9779-FC35E62F3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BD44513-96EC-CBAE-6831-6E18129902B1}"/>
              </a:ext>
            </a:extLst>
          </p:cNvPr>
          <p:cNvSpPr>
            <a:spLocks noGrp="1"/>
          </p:cNvSpPr>
          <p:nvPr>
            <p:ph type="title"/>
          </p:nvPr>
        </p:nvSpPr>
        <p:spPr>
          <a:xfrm>
            <a:off x="838200" y="5186423"/>
            <a:ext cx="10515600" cy="1114382"/>
          </a:xfrm>
        </p:spPr>
        <p:txBody>
          <a:bodyPr vert="horz" lIns="91440" tIns="45720" rIns="91440" bIns="45720" rtlCol="0" anchor="ctr">
            <a:normAutofit/>
          </a:bodyPr>
          <a:lstStyle/>
          <a:p>
            <a:pPr algn="ctr"/>
            <a:r>
              <a:rPr lang="en-US" sz="5200"/>
              <a:t>Location</a:t>
            </a:r>
          </a:p>
        </p:txBody>
      </p:sp>
      <p:pic>
        <p:nvPicPr>
          <p:cNvPr id="8" name="Espace réservé du contenu 7">
            <a:extLst>
              <a:ext uri="{FF2B5EF4-FFF2-40B4-BE49-F238E27FC236}">
                <a16:creationId xmlns:a16="http://schemas.microsoft.com/office/drawing/2014/main" id="{0E963EA7-8E46-C83B-CF1B-6D858B749AD3}"/>
              </a:ext>
            </a:extLst>
          </p:cNvPr>
          <p:cNvPicPr>
            <a:picLocks noChangeAspect="1"/>
          </p:cNvPicPr>
          <p:nvPr/>
        </p:nvPicPr>
        <p:blipFill>
          <a:blip r:embed="rId3">
            <a:extLst>
              <a:ext uri="{28A0092B-C50C-407E-A947-70E740481C1C}">
                <a14:useLocalDpi xmlns:a14="http://schemas.microsoft.com/office/drawing/2010/main" val="0"/>
              </a:ext>
            </a:extLst>
          </a:blip>
          <a:srcRect t="16907"/>
          <a:stretch>
            <a:fillRect/>
          </a:stretch>
        </p:blipFill>
        <p:spPr>
          <a:xfrm>
            <a:off x="20" y="10"/>
            <a:ext cx="12191980" cy="5014697"/>
          </a:xfrm>
          <a:prstGeom prst="rect">
            <a:avLst/>
          </a:prstGeom>
        </p:spPr>
      </p:pic>
    </p:spTree>
    <p:extLst>
      <p:ext uri="{BB962C8B-B14F-4D97-AF65-F5344CB8AC3E}">
        <p14:creationId xmlns:p14="http://schemas.microsoft.com/office/powerpoint/2010/main" val="2801220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880886B-02ED-4317-9236-CB60C22CF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3ACA062-AFCB-EB9C-A3E4-282493EA4924}"/>
              </a:ext>
            </a:extLst>
          </p:cNvPr>
          <p:cNvSpPr>
            <a:spLocks noGrp="1"/>
          </p:cNvSpPr>
          <p:nvPr>
            <p:ph type="title"/>
          </p:nvPr>
        </p:nvSpPr>
        <p:spPr>
          <a:xfrm>
            <a:off x="640080" y="4419600"/>
            <a:ext cx="10908792" cy="1203960"/>
          </a:xfrm>
        </p:spPr>
        <p:txBody>
          <a:bodyPr vert="horz" lIns="91440" tIns="45720" rIns="91440" bIns="45720" rtlCol="0" anchor="ctr">
            <a:normAutofit/>
          </a:bodyPr>
          <a:lstStyle/>
          <a:p>
            <a:pPr algn="ctr"/>
            <a:r>
              <a:rPr lang="en-US" sz="6600"/>
              <a:t>Iteration</a:t>
            </a:r>
            <a:r>
              <a:rPr lang="en-US" sz="6600" kern="1200">
                <a:latin typeface="+mj-lt"/>
                <a:ea typeface="+mj-ea"/>
                <a:cs typeface="+mj-cs"/>
              </a:rPr>
              <a:t> 1</a:t>
            </a:r>
          </a:p>
        </p:txBody>
      </p:sp>
      <p:sp>
        <p:nvSpPr>
          <p:cNvPr id="3" name="Espace réservé du contenu 2">
            <a:extLst>
              <a:ext uri="{FF2B5EF4-FFF2-40B4-BE49-F238E27FC236}">
                <a16:creationId xmlns:a16="http://schemas.microsoft.com/office/drawing/2014/main" id="{F76F4D4B-0849-7FCD-0296-E9312BE091D9}"/>
              </a:ext>
            </a:extLst>
          </p:cNvPr>
          <p:cNvSpPr>
            <a:spLocks noGrp="1"/>
          </p:cNvSpPr>
          <p:nvPr>
            <p:ph idx="1"/>
          </p:nvPr>
        </p:nvSpPr>
        <p:spPr>
          <a:xfrm>
            <a:off x="640080" y="5669280"/>
            <a:ext cx="10908792" cy="548640"/>
          </a:xfrm>
        </p:spPr>
        <p:txBody>
          <a:bodyPr vert="horz" lIns="91440" tIns="45720" rIns="91440" bIns="45720" rtlCol="0" anchor="ctr">
            <a:normAutofit/>
          </a:bodyPr>
          <a:lstStyle/>
          <a:p>
            <a:pPr marL="0" indent="0" algn="ctr">
              <a:buNone/>
            </a:pPr>
            <a:r>
              <a:rPr lang="en-US" sz="2400" kern="1200">
                <a:solidFill>
                  <a:schemeClr val="tx1"/>
                </a:solidFill>
                <a:latin typeface="+mn-lt"/>
                <a:ea typeface="+mn-ea"/>
                <a:cs typeface="+mn-cs"/>
              </a:rPr>
              <a:t>Drop-off zone nearby</a:t>
            </a:r>
          </a:p>
        </p:txBody>
      </p:sp>
      <p:pic>
        <p:nvPicPr>
          <p:cNvPr id="4" name="Image 3">
            <a:extLst>
              <a:ext uri="{FF2B5EF4-FFF2-40B4-BE49-F238E27FC236}">
                <a16:creationId xmlns:a16="http://schemas.microsoft.com/office/drawing/2014/main" id="{1DAFFA67-CF7A-4CAA-9A20-EE4C7F3EE003}"/>
              </a:ext>
            </a:extLst>
          </p:cNvPr>
          <p:cNvPicPr>
            <a:picLocks noChangeAspect="1"/>
          </p:cNvPicPr>
          <p:nvPr/>
        </p:nvPicPr>
        <p:blipFill>
          <a:blip r:embed="rId2">
            <a:extLst>
              <a:ext uri="{28A0092B-C50C-407E-A947-70E740481C1C}">
                <a14:useLocalDpi xmlns:a14="http://schemas.microsoft.com/office/drawing/2010/main" val="0"/>
              </a:ext>
            </a:extLst>
          </a:blip>
          <a:srcRect l="9549" r="11249" b="-1"/>
          <a:stretch>
            <a:fillRect/>
          </a:stretch>
        </p:blipFill>
        <p:spPr>
          <a:xfrm>
            <a:off x="6" y="-11"/>
            <a:ext cx="6095994" cy="4194796"/>
          </a:xfrm>
          <a:custGeom>
            <a:avLst/>
            <a:gdLst/>
            <a:ahLst/>
            <a:cxnLst/>
            <a:rect l="l" t="t" r="r" b="b"/>
            <a:pathLst>
              <a:path w="6002835" h="4194796">
                <a:moveTo>
                  <a:pt x="0" y="0"/>
                </a:moveTo>
                <a:lnTo>
                  <a:pt x="5999418" y="0"/>
                </a:lnTo>
                <a:lnTo>
                  <a:pt x="5996190" y="32760"/>
                </a:lnTo>
                <a:cubicBezTo>
                  <a:pt x="5998706" y="293110"/>
                  <a:pt x="5983874" y="553460"/>
                  <a:pt x="5997116" y="813682"/>
                </a:cubicBezTo>
                <a:cubicBezTo>
                  <a:pt x="6007314" y="1015047"/>
                  <a:pt x="6000824" y="1216284"/>
                  <a:pt x="5997116" y="1417522"/>
                </a:cubicBezTo>
                <a:cubicBezTo>
                  <a:pt x="5989967" y="1803471"/>
                  <a:pt x="6000824" y="2188911"/>
                  <a:pt x="5996190" y="2574351"/>
                </a:cubicBezTo>
                <a:cubicBezTo>
                  <a:pt x="5994204" y="2745205"/>
                  <a:pt x="5996454" y="2915805"/>
                  <a:pt x="6000824" y="3086660"/>
                </a:cubicBezTo>
                <a:cubicBezTo>
                  <a:pt x="6007180" y="3330611"/>
                  <a:pt x="5997382" y="3574689"/>
                  <a:pt x="5986656" y="3818514"/>
                </a:cubicBezTo>
                <a:cubicBezTo>
                  <a:pt x="5983054" y="3885559"/>
                  <a:pt x="5982107" y="3952684"/>
                  <a:pt x="5983808" y="4019746"/>
                </a:cubicBezTo>
                <a:lnTo>
                  <a:pt x="5993788" y="4173418"/>
                </a:lnTo>
                <a:lnTo>
                  <a:pt x="5955106" y="4175101"/>
                </a:lnTo>
                <a:cubicBezTo>
                  <a:pt x="5890100" y="4175133"/>
                  <a:pt x="5825078" y="4173227"/>
                  <a:pt x="5760087" y="4171956"/>
                </a:cubicBezTo>
                <a:cubicBezTo>
                  <a:pt x="5521345" y="4167509"/>
                  <a:pt x="5282477" y="4171956"/>
                  <a:pt x="5044242" y="4149213"/>
                </a:cubicBezTo>
                <a:cubicBezTo>
                  <a:pt x="4979506" y="4143051"/>
                  <a:pt x="4914326" y="4139111"/>
                  <a:pt x="4849272" y="4139890"/>
                </a:cubicBezTo>
                <a:cubicBezTo>
                  <a:pt x="4784218" y="4140668"/>
                  <a:pt x="4719291" y="4146163"/>
                  <a:pt x="4655063" y="4158869"/>
                </a:cubicBezTo>
                <a:cubicBezTo>
                  <a:pt x="4447578" y="4199146"/>
                  <a:pt x="4239457" y="4201688"/>
                  <a:pt x="4029811" y="4185424"/>
                </a:cubicBezTo>
                <a:cubicBezTo>
                  <a:pt x="3943792" y="4178690"/>
                  <a:pt x="3857774" y="4167509"/>
                  <a:pt x="3771375" y="4169669"/>
                </a:cubicBezTo>
                <a:cubicBezTo>
                  <a:pt x="3623225" y="4173608"/>
                  <a:pt x="3474948" y="4165603"/>
                  <a:pt x="3326672" y="4167636"/>
                </a:cubicBezTo>
                <a:cubicBezTo>
                  <a:pt x="3322669" y="4168208"/>
                  <a:pt x="3318578" y="4167674"/>
                  <a:pt x="3314855" y="4166111"/>
                </a:cubicBezTo>
                <a:cubicBezTo>
                  <a:pt x="3278008" y="4140827"/>
                  <a:pt x="3237604" y="4150610"/>
                  <a:pt x="3199487" y="4157217"/>
                </a:cubicBezTo>
                <a:cubicBezTo>
                  <a:pt x="3072810" y="4179198"/>
                  <a:pt x="2946260" y="4189998"/>
                  <a:pt x="2817550" y="4172972"/>
                </a:cubicBezTo>
                <a:cubicBezTo>
                  <a:pt x="2694647" y="4155146"/>
                  <a:pt x="2569990" y="4152923"/>
                  <a:pt x="2446541" y="4166365"/>
                </a:cubicBezTo>
                <a:cubicBezTo>
                  <a:pt x="2276791" y="4186186"/>
                  <a:pt x="2107677" y="4181993"/>
                  <a:pt x="1938308" y="4166365"/>
                </a:cubicBezTo>
                <a:cubicBezTo>
                  <a:pt x="1869570" y="4160013"/>
                  <a:pt x="1799815" y="4149213"/>
                  <a:pt x="1731712" y="4165095"/>
                </a:cubicBezTo>
                <a:cubicBezTo>
                  <a:pt x="1647854" y="4184535"/>
                  <a:pt x="1564250" y="4178182"/>
                  <a:pt x="1480137" y="4173862"/>
                </a:cubicBezTo>
                <a:cubicBezTo>
                  <a:pt x="1373663" y="4168271"/>
                  <a:pt x="1267442" y="4152135"/>
                  <a:pt x="1160586" y="4164841"/>
                </a:cubicBezTo>
                <a:cubicBezTo>
                  <a:pt x="1111161" y="4170685"/>
                  <a:pt x="1062116" y="4179961"/>
                  <a:pt x="1012055" y="4177547"/>
                </a:cubicBezTo>
                <a:cubicBezTo>
                  <a:pt x="873562" y="4171194"/>
                  <a:pt x="735196" y="4163697"/>
                  <a:pt x="596449" y="4164841"/>
                </a:cubicBezTo>
                <a:cubicBezTo>
                  <a:pt x="538383" y="4165222"/>
                  <a:pt x="480699" y="4167128"/>
                  <a:pt x="422887" y="4171321"/>
                </a:cubicBezTo>
                <a:cubicBezTo>
                  <a:pt x="315015" y="4179198"/>
                  <a:pt x="207524" y="4168525"/>
                  <a:pt x="100033" y="4164714"/>
                </a:cubicBezTo>
                <a:lnTo>
                  <a:pt x="0" y="4169195"/>
                </a:lnTo>
                <a:close/>
              </a:path>
            </a:pathLst>
          </a:custGeom>
        </p:spPr>
      </p:pic>
      <p:pic>
        <p:nvPicPr>
          <p:cNvPr id="5" name="Image 4">
            <a:extLst>
              <a:ext uri="{FF2B5EF4-FFF2-40B4-BE49-F238E27FC236}">
                <a16:creationId xmlns:a16="http://schemas.microsoft.com/office/drawing/2014/main" id="{75410AF8-DF38-025F-4A51-57FC648EA6E8}"/>
              </a:ext>
            </a:extLst>
          </p:cNvPr>
          <p:cNvPicPr>
            <a:picLocks noChangeAspect="1"/>
          </p:cNvPicPr>
          <p:nvPr/>
        </p:nvPicPr>
        <p:blipFill>
          <a:blip r:embed="rId3">
            <a:extLst>
              <a:ext uri="{28A0092B-C50C-407E-A947-70E740481C1C}">
                <a14:useLocalDpi xmlns:a14="http://schemas.microsoft.com/office/drawing/2010/main" val="0"/>
              </a:ext>
            </a:extLst>
          </a:blip>
          <a:srcRect l="6223" r="13422" b="2"/>
          <a:stretch>
            <a:fillRect/>
          </a:stretch>
        </p:blipFill>
        <p:spPr>
          <a:xfrm>
            <a:off x="6019800" y="12"/>
            <a:ext cx="6172195" cy="4186171"/>
          </a:xfrm>
          <a:custGeom>
            <a:avLst/>
            <a:gdLst/>
            <a:ahLst/>
            <a:cxnLst/>
            <a:rect l="l" t="t" r="r" b="b"/>
            <a:pathLst>
              <a:path w="6009490" h="4186171">
                <a:moveTo>
                  <a:pt x="9049" y="0"/>
                </a:moveTo>
                <a:lnTo>
                  <a:pt x="6009490" y="0"/>
                </a:lnTo>
                <a:lnTo>
                  <a:pt x="6009490" y="4168273"/>
                </a:lnTo>
                <a:lnTo>
                  <a:pt x="5803951" y="4172925"/>
                </a:lnTo>
                <a:cubicBezTo>
                  <a:pt x="5729787" y="4171950"/>
                  <a:pt x="5655658" y="4168322"/>
                  <a:pt x="5581704" y="4162045"/>
                </a:cubicBezTo>
                <a:cubicBezTo>
                  <a:pt x="5474340" y="4154041"/>
                  <a:pt x="5366086" y="4142987"/>
                  <a:pt x="5259485" y="4163316"/>
                </a:cubicBezTo>
                <a:cubicBezTo>
                  <a:pt x="5142465" y="4185805"/>
                  <a:pt x="5025571" y="4185932"/>
                  <a:pt x="4907534" y="4180215"/>
                </a:cubicBezTo>
                <a:cubicBezTo>
                  <a:pt x="4806650" y="4175387"/>
                  <a:pt x="4706147" y="4149975"/>
                  <a:pt x="4604501" y="4176784"/>
                </a:cubicBezTo>
                <a:cubicBezTo>
                  <a:pt x="4594387" y="4178258"/>
                  <a:pt x="4584082" y="4177826"/>
                  <a:pt x="4574133" y="4175514"/>
                </a:cubicBezTo>
                <a:cubicBezTo>
                  <a:pt x="4462958" y="4160140"/>
                  <a:pt x="4351020" y="4172718"/>
                  <a:pt x="4239463" y="4168398"/>
                </a:cubicBezTo>
                <a:cubicBezTo>
                  <a:pt x="4188005" y="4166365"/>
                  <a:pt x="4135530" y="4167509"/>
                  <a:pt x="4084706" y="4162045"/>
                </a:cubicBezTo>
                <a:cubicBezTo>
                  <a:pt x="3968067" y="4149594"/>
                  <a:pt x="3851682" y="4142987"/>
                  <a:pt x="3736314" y="4172337"/>
                </a:cubicBezTo>
                <a:cubicBezTo>
                  <a:pt x="3702643" y="4180253"/>
                  <a:pt x="3668235" y="4184509"/>
                  <a:pt x="3633650" y="4185043"/>
                </a:cubicBezTo>
                <a:cubicBezTo>
                  <a:pt x="3520696" y="4189109"/>
                  <a:pt x="3408122" y="4181358"/>
                  <a:pt x="3295549" y="4175005"/>
                </a:cubicBezTo>
                <a:cubicBezTo>
                  <a:pt x="3217408" y="4170558"/>
                  <a:pt x="3139394" y="4160902"/>
                  <a:pt x="3061127" y="4169034"/>
                </a:cubicBezTo>
                <a:cubicBezTo>
                  <a:pt x="3015640" y="4173735"/>
                  <a:pt x="2969772" y="4173735"/>
                  <a:pt x="2924285" y="4169034"/>
                </a:cubicBezTo>
                <a:cubicBezTo>
                  <a:pt x="2840452" y="4159212"/>
                  <a:pt x="2755870" y="4157382"/>
                  <a:pt x="2671694" y="4163570"/>
                </a:cubicBezTo>
                <a:cubicBezTo>
                  <a:pt x="2546033" y="4174370"/>
                  <a:pt x="2420500" y="4183391"/>
                  <a:pt x="2294459" y="4166238"/>
                </a:cubicBezTo>
                <a:cubicBezTo>
                  <a:pt x="2222976" y="4155006"/>
                  <a:pt x="2150298" y="4153685"/>
                  <a:pt x="2078460" y="4162300"/>
                </a:cubicBezTo>
                <a:cubicBezTo>
                  <a:pt x="1907313" y="4186314"/>
                  <a:pt x="1735785" y="4178563"/>
                  <a:pt x="1564257" y="4168653"/>
                </a:cubicBezTo>
                <a:cubicBezTo>
                  <a:pt x="1449650" y="4161918"/>
                  <a:pt x="1334536" y="4149594"/>
                  <a:pt x="1220183" y="4165857"/>
                </a:cubicBezTo>
                <a:cubicBezTo>
                  <a:pt x="1074321" y="4186186"/>
                  <a:pt x="928331" y="4179452"/>
                  <a:pt x="782087" y="4173481"/>
                </a:cubicBezTo>
                <a:cubicBezTo>
                  <a:pt x="674723" y="4169034"/>
                  <a:pt x="567232" y="4155565"/>
                  <a:pt x="459614" y="4172210"/>
                </a:cubicBezTo>
                <a:cubicBezTo>
                  <a:pt x="448535" y="4173722"/>
                  <a:pt x="437265" y="4172591"/>
                  <a:pt x="426706" y="4168907"/>
                </a:cubicBezTo>
                <a:cubicBezTo>
                  <a:pt x="385869" y="4155464"/>
                  <a:pt x="342085" y="4153660"/>
                  <a:pt x="300283" y="4163697"/>
                </a:cubicBezTo>
                <a:cubicBezTo>
                  <a:pt x="223159" y="4180596"/>
                  <a:pt x="146162" y="4187965"/>
                  <a:pt x="67640" y="4172591"/>
                </a:cubicBezTo>
                <a:lnTo>
                  <a:pt x="14015" y="4169393"/>
                </a:lnTo>
                <a:lnTo>
                  <a:pt x="28554" y="3856095"/>
                </a:lnTo>
                <a:cubicBezTo>
                  <a:pt x="30458" y="3735660"/>
                  <a:pt x="27412" y="3615306"/>
                  <a:pt x="15626" y="3495237"/>
                </a:cubicBezTo>
                <a:cubicBezTo>
                  <a:pt x="-847" y="3348740"/>
                  <a:pt x="-4304" y="3201174"/>
                  <a:pt x="5296" y="3054118"/>
                </a:cubicBezTo>
                <a:cubicBezTo>
                  <a:pt x="11786" y="2969961"/>
                  <a:pt x="18539" y="2885804"/>
                  <a:pt x="22776" y="2801522"/>
                </a:cubicBezTo>
                <a:cubicBezTo>
                  <a:pt x="28180" y="2681630"/>
                  <a:pt x="25173" y="2561524"/>
                  <a:pt x="13771" y="2442014"/>
                </a:cubicBezTo>
                <a:cubicBezTo>
                  <a:pt x="4237" y="2350879"/>
                  <a:pt x="3177" y="2259120"/>
                  <a:pt x="10593" y="2167807"/>
                </a:cubicBezTo>
                <a:cubicBezTo>
                  <a:pt x="25690" y="2012336"/>
                  <a:pt x="9931" y="1856863"/>
                  <a:pt x="5032" y="1701516"/>
                </a:cubicBezTo>
                <a:cubicBezTo>
                  <a:pt x="-3577" y="1415742"/>
                  <a:pt x="20393" y="1130095"/>
                  <a:pt x="9666" y="844320"/>
                </a:cubicBezTo>
                <a:cubicBezTo>
                  <a:pt x="3841" y="702958"/>
                  <a:pt x="16420" y="561723"/>
                  <a:pt x="9666" y="420361"/>
                </a:cubicBezTo>
                <a:cubicBezTo>
                  <a:pt x="4105" y="319805"/>
                  <a:pt x="397" y="219250"/>
                  <a:pt x="4105" y="118568"/>
                </a:cubicBezTo>
                <a:cubicBezTo>
                  <a:pt x="5164" y="91109"/>
                  <a:pt x="5826" y="63523"/>
                  <a:pt x="9534" y="36446"/>
                </a:cubicBezTo>
                <a:close/>
              </a:path>
            </a:pathLst>
          </a:custGeom>
        </p:spPr>
      </p:pic>
      <p:sp>
        <p:nvSpPr>
          <p:cNvPr id="23" name="sketch line">
            <a:extLst>
              <a:ext uri="{FF2B5EF4-FFF2-40B4-BE49-F238E27FC236}">
                <a16:creationId xmlns:a16="http://schemas.microsoft.com/office/drawing/2014/main" id="{28C31856-6ABF-41FD-B683-B06E5FFF9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8439"/>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1513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5EBB6CC-A251-AF9D-D784-64AC861B5F7F}"/>
              </a:ext>
            </a:extLst>
          </p:cNvPr>
          <p:cNvSpPr>
            <a:spLocks noGrp="1"/>
          </p:cNvSpPr>
          <p:nvPr>
            <p:ph type="title"/>
          </p:nvPr>
        </p:nvSpPr>
        <p:spPr>
          <a:xfrm>
            <a:off x="640080" y="325369"/>
            <a:ext cx="4368602" cy="1956841"/>
          </a:xfrm>
        </p:spPr>
        <p:txBody>
          <a:bodyPr anchor="b">
            <a:normAutofit/>
          </a:bodyPr>
          <a:lstStyle/>
          <a:p>
            <a:r>
              <a:rPr lang="en-GB" sz="5400"/>
              <a:t>Iteration 2</a:t>
            </a:r>
          </a:p>
        </p:txBody>
      </p:sp>
      <p:sp>
        <p:nvSpPr>
          <p:cNvPr id="2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74A0CDB1-0009-4F0C-0ACC-59BAE5312CE0}"/>
              </a:ext>
            </a:extLst>
          </p:cNvPr>
          <p:cNvSpPr>
            <a:spLocks noGrp="1"/>
          </p:cNvSpPr>
          <p:nvPr>
            <p:ph idx="1"/>
          </p:nvPr>
        </p:nvSpPr>
        <p:spPr>
          <a:xfrm>
            <a:off x="640080" y="2872899"/>
            <a:ext cx="4243589" cy="3320668"/>
          </a:xfrm>
        </p:spPr>
        <p:txBody>
          <a:bodyPr vert="horz" lIns="91440" tIns="45720" rIns="91440" bIns="45720" rtlCol="0">
            <a:normAutofit/>
          </a:bodyPr>
          <a:lstStyle/>
          <a:p>
            <a:r>
              <a:rPr lang="en-US" sz="2200">
                <a:ea typeface="+mn-lt"/>
                <a:cs typeface="+mn-lt"/>
              </a:rPr>
              <a:t>Outdoor waiting area</a:t>
            </a:r>
            <a:endParaRPr lang="en-US" sz="2200"/>
          </a:p>
          <a:p>
            <a:endParaRPr lang="en-US" sz="2200">
              <a:ea typeface="Calibri"/>
              <a:cs typeface="Calibri"/>
            </a:endParaRPr>
          </a:p>
          <a:p>
            <a:r>
              <a:rPr lang="en-US" sz="2200">
                <a:ea typeface="+mn-lt"/>
                <a:cs typeface="+mn-lt"/>
              </a:rPr>
              <a:t>Smaller budget</a:t>
            </a:r>
          </a:p>
          <a:p>
            <a:endParaRPr lang="en-US" sz="2200">
              <a:ea typeface="Calibri"/>
              <a:cs typeface="Calibri"/>
            </a:endParaRPr>
          </a:p>
          <a:p>
            <a:r>
              <a:rPr lang="en-US" sz="2200">
                <a:ea typeface="+mn-lt"/>
                <a:cs typeface="+mn-lt"/>
              </a:rPr>
              <a:t>Comfort amenities (benches,</a:t>
            </a:r>
          </a:p>
          <a:p>
            <a:r>
              <a:rPr lang="en-US" sz="2200">
                <a:ea typeface="+mn-lt"/>
                <a:cs typeface="+mn-lt"/>
              </a:rPr>
              <a:t>blankets, drinks)</a:t>
            </a:r>
            <a:br>
              <a:rPr lang="en-US" sz="2200">
                <a:ea typeface="+mn-lt"/>
                <a:cs typeface="+mn-lt"/>
              </a:rPr>
            </a:br>
            <a:endParaRPr lang="en-US" sz="2200">
              <a:ea typeface="+mn-lt"/>
              <a:cs typeface="+mn-lt"/>
            </a:endParaRPr>
          </a:p>
          <a:p>
            <a:r>
              <a:rPr lang="en-US" sz="2200">
                <a:ea typeface="+mn-lt"/>
                <a:cs typeface="+mn-lt"/>
              </a:rPr>
              <a:t>Drop-off zone nearby</a:t>
            </a:r>
            <a:endParaRPr lang="en-US" sz="2200"/>
          </a:p>
        </p:txBody>
      </p:sp>
      <p:pic>
        <p:nvPicPr>
          <p:cNvPr id="5" name="Espace réservé du contenu 4">
            <a:extLst>
              <a:ext uri="{FF2B5EF4-FFF2-40B4-BE49-F238E27FC236}">
                <a16:creationId xmlns:a16="http://schemas.microsoft.com/office/drawing/2014/main" id="{BAF3F4AB-CB9E-0323-3F0A-28819EF58C60}"/>
              </a:ext>
            </a:extLst>
          </p:cNvPr>
          <p:cNvPicPr>
            <a:picLocks noChangeAspect="1"/>
          </p:cNvPicPr>
          <p:nvPr/>
        </p:nvPicPr>
        <p:blipFill>
          <a:blip r:embed="rId2">
            <a:extLst>
              <a:ext uri="{28A0092B-C50C-407E-A947-70E740481C1C}">
                <a14:useLocalDpi xmlns:a14="http://schemas.microsoft.com/office/drawing/2010/main" val="0"/>
              </a:ext>
            </a:extLst>
          </a:blip>
          <a:srcRect l="19108" r="26227"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52521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BE61DB7-B21C-5B8D-5546-604D2F171D5D}"/>
              </a:ext>
            </a:extLst>
          </p:cNvPr>
          <p:cNvSpPr>
            <a:spLocks noGrp="1"/>
          </p:cNvSpPr>
          <p:nvPr>
            <p:ph type="title"/>
          </p:nvPr>
        </p:nvSpPr>
        <p:spPr>
          <a:xfrm>
            <a:off x="1383564" y="348865"/>
            <a:ext cx="9718111" cy="1576446"/>
          </a:xfrm>
        </p:spPr>
        <p:txBody>
          <a:bodyPr anchor="ctr">
            <a:normAutofit/>
          </a:bodyPr>
          <a:lstStyle/>
          <a:p>
            <a:r>
              <a:rPr lang="en-GB" sz="4000">
                <a:solidFill>
                  <a:srgbClr val="FFFFFF"/>
                </a:solidFill>
              </a:rPr>
              <a:t>6. Testing</a:t>
            </a:r>
          </a:p>
        </p:txBody>
      </p:sp>
      <p:graphicFrame>
        <p:nvGraphicFramePr>
          <p:cNvPr id="5" name="Espace réservé du contenu 2">
            <a:extLst>
              <a:ext uri="{FF2B5EF4-FFF2-40B4-BE49-F238E27FC236}">
                <a16:creationId xmlns:a16="http://schemas.microsoft.com/office/drawing/2014/main" id="{7404C702-CCDE-0D75-0CAE-5C1CFFE3D198}"/>
              </a:ext>
            </a:extLst>
          </p:cNvPr>
          <p:cNvGraphicFramePr>
            <a:graphicFrameLocks noGrp="1"/>
          </p:cNvGraphicFramePr>
          <p:nvPr>
            <p:ph idx="1"/>
            <p:extLst>
              <p:ext uri="{D42A27DB-BD31-4B8C-83A1-F6EECF244321}">
                <p14:modId xmlns:p14="http://schemas.microsoft.com/office/powerpoint/2010/main" val="421990570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5455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7B11C9-1240-E704-6742-D156EC1C447E}"/>
              </a:ext>
            </a:extLst>
          </p:cNvPr>
          <p:cNvSpPr>
            <a:spLocks noGrp="1"/>
          </p:cNvSpPr>
          <p:nvPr>
            <p:ph type="title"/>
          </p:nvPr>
        </p:nvSpPr>
        <p:spPr>
          <a:xfrm>
            <a:off x="762000" y="1138265"/>
            <a:ext cx="5791199" cy="1401183"/>
          </a:xfrm>
        </p:spPr>
        <p:txBody>
          <a:bodyPr anchor="t">
            <a:normAutofit/>
          </a:bodyPr>
          <a:lstStyle/>
          <a:p>
            <a:r>
              <a:rPr lang="en-GB" sz="3200"/>
              <a:t>7. Conclusion</a:t>
            </a:r>
          </a:p>
        </p:txBody>
      </p:sp>
      <p:cxnSp>
        <p:nvCxnSpPr>
          <p:cNvPr id="32" name="Straight Connector 31">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DF8BC164-E230-753F-2C7E-B4EE7BA77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8086" y="0"/>
            <a:ext cx="4803913"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E16187B0-7344-689B-8520-857A7376B6A8}"/>
              </a:ext>
            </a:extLst>
          </p:cNvPr>
          <p:cNvPicPr>
            <a:picLocks noChangeAspect="1"/>
          </p:cNvPicPr>
          <p:nvPr/>
        </p:nvPicPr>
        <p:blipFill>
          <a:blip r:embed="rId2">
            <a:extLst>
              <a:ext uri="{28A0092B-C50C-407E-A947-70E740481C1C}">
                <a14:useLocalDpi xmlns:a14="http://schemas.microsoft.com/office/drawing/2010/main" val="0"/>
              </a:ext>
            </a:extLst>
          </a:blip>
          <a:srcRect b="5436"/>
          <a:stretch>
            <a:fillRect/>
          </a:stretch>
        </p:blipFill>
        <p:spPr>
          <a:xfrm>
            <a:off x="7388086" y="1751000"/>
            <a:ext cx="4803913" cy="3407078"/>
          </a:xfrm>
          <a:prstGeom prst="rect">
            <a:avLst/>
          </a:prstGeom>
        </p:spPr>
      </p:pic>
      <p:graphicFrame>
        <p:nvGraphicFramePr>
          <p:cNvPr id="5" name="Espace réservé du contenu 2">
            <a:extLst>
              <a:ext uri="{FF2B5EF4-FFF2-40B4-BE49-F238E27FC236}">
                <a16:creationId xmlns:a16="http://schemas.microsoft.com/office/drawing/2014/main" id="{818FE346-9E58-0DD4-0FA7-B94A4F8FB149}"/>
              </a:ext>
            </a:extLst>
          </p:cNvPr>
          <p:cNvGraphicFramePr>
            <a:graphicFrameLocks noGrp="1"/>
          </p:cNvGraphicFramePr>
          <p:nvPr>
            <p:ph idx="1"/>
            <p:extLst>
              <p:ext uri="{D42A27DB-BD31-4B8C-83A1-F6EECF244321}">
                <p14:modId xmlns:p14="http://schemas.microsoft.com/office/powerpoint/2010/main" val="3691645987"/>
              </p:ext>
            </p:extLst>
          </p:nvPr>
        </p:nvGraphicFramePr>
        <p:xfrm>
          <a:off x="322083" y="1836310"/>
          <a:ext cx="6671034" cy="38700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15135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1883827-288A-4B1A-9844-F96F8AC5723D}">
  <we:reference id="WA200003964" version="1.0.0.0" store="en-US" storeType="omex"/>
  <we:alternateReferences>
    <we:reference id="WA200003964" version="1.0.0.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ec7a34d-2cfe-454b-b487-21581cab6ac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EB616D1E7F80143B1ED621DCD512E63" ma:contentTypeVersion="18" ma:contentTypeDescription="Crée un document." ma:contentTypeScope="" ma:versionID="64fb7d6a4946eb45d000af29e72ab021">
  <xsd:schema xmlns:xsd="http://www.w3.org/2001/XMLSchema" xmlns:xs="http://www.w3.org/2001/XMLSchema" xmlns:p="http://schemas.microsoft.com/office/2006/metadata/properties" xmlns:ns3="3ec7a34d-2cfe-454b-b487-21581cab6ac2" xmlns:ns4="397ad16e-d288-4a9f-a0e7-5b3a4e76fa77" targetNamespace="http://schemas.microsoft.com/office/2006/metadata/properties" ma:root="true" ma:fieldsID="9ba9b94a1f35282f59181d2a1cb54dd5" ns3:_="" ns4:_="">
    <xsd:import namespace="3ec7a34d-2cfe-454b-b487-21581cab6ac2"/>
    <xsd:import namespace="397ad16e-d288-4a9f-a0e7-5b3a4e76fa7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MediaServiceObjectDetectorVersions" minOccurs="0"/>
                <xsd:element ref="ns3:MediaServiceLocation" minOccurs="0"/>
                <xsd:element ref="ns3:MediaServiceSystemTags" minOccurs="0"/>
                <xsd:element ref="ns3:_activity"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c7a34d-2cfe-454b-b487-21581cab6a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_activity" ma:index="24" nillable="true" ma:displayName="_activity" ma:hidden="true" ma:internalName="_activity">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97ad16e-d288-4a9f-a0e7-5b3a4e76fa77"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element name="SharingHintHash" ma:index="14"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3B041C-7294-43D7-9AB2-A377B61FB52A}">
  <ds:schemaRefs>
    <ds:schemaRef ds:uri="397ad16e-d288-4a9f-a0e7-5b3a4e76fa77"/>
    <ds:schemaRef ds:uri="3ec7a34d-2cfe-454b-b487-21581cab6ac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0B13106-C8AA-47A4-A9BF-C81A3C68C5AA}">
  <ds:schemaRefs>
    <ds:schemaRef ds:uri="http://schemas.microsoft.com/sharepoint/v3/contenttype/forms"/>
  </ds:schemaRefs>
</ds:datastoreItem>
</file>

<file path=customXml/itemProps3.xml><?xml version="1.0" encoding="utf-8"?>
<ds:datastoreItem xmlns:ds="http://schemas.openxmlformats.org/officeDocument/2006/customXml" ds:itemID="{D8156AD7-2169-47FA-AB8F-7AFACC80BE14}">
  <ds:schemaRefs>
    <ds:schemaRef ds:uri="397ad16e-d288-4a9f-a0e7-5b3a4e76fa77"/>
    <ds:schemaRef ds:uri="3ec7a34d-2cfe-454b-b487-21581cab6a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26</Slides>
  <Notes>2</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Thème Office</vt:lpstr>
      <vt:lpstr>Health innovation classes </vt:lpstr>
      <vt:lpstr>Introduction</vt:lpstr>
      <vt:lpstr>1. Understanding the problem</vt:lpstr>
      <vt:lpstr>PowerPoint Presentation</vt:lpstr>
      <vt:lpstr>PowerPoint Presentation</vt:lpstr>
      <vt:lpstr>Empathy Maps</vt:lpstr>
      <vt:lpstr>Visit</vt:lpstr>
      <vt:lpstr>2.Define  the problem</vt:lpstr>
      <vt:lpstr>Final definition of our problem</vt:lpstr>
      <vt:lpstr>3. Ideation</vt:lpstr>
      <vt:lpstr>PowerPoint Presentation</vt:lpstr>
      <vt:lpstr>UPSTREAM</vt:lpstr>
      <vt:lpstr>Concept upstream final</vt:lpstr>
      <vt:lpstr>During</vt:lpstr>
      <vt:lpstr>Downstream</vt:lpstr>
      <vt:lpstr>4.BMC</vt:lpstr>
      <vt:lpstr>PowerPoint Presentation</vt:lpstr>
      <vt:lpstr>PowerPoint Presentation</vt:lpstr>
      <vt:lpstr>PowerPoint Presentation</vt:lpstr>
      <vt:lpstr>Post-BMC decision</vt:lpstr>
      <vt:lpstr>5. Prototyping </vt:lpstr>
      <vt:lpstr>Location</vt:lpstr>
      <vt:lpstr>Iteration 1</vt:lpstr>
      <vt:lpstr>Iteration 2</vt:lpstr>
      <vt:lpstr>6. Testing</vt:lpstr>
      <vt:lpstr>7.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Maurine Poncelet</dc:creator>
  <cp:revision>92</cp:revision>
  <dcterms:created xsi:type="dcterms:W3CDTF">2026-05-11T09:46:26Z</dcterms:created>
  <dcterms:modified xsi:type="dcterms:W3CDTF">2026-05-12T10:09:53Z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0x010100AEB616D1E7F80143B1ED621DCD512E63</vt:lpwstr>
  </property>
</Properties>
</file>